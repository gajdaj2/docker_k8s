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ink/ink1.xml" ContentType="application/inkml+xml"/>
  <Override PartName="/ppt/ink/ink2.xml" ContentType="application/inkml+xml"/>
  <Override PartName="/ppt/ink/ink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1" r:id="rId1"/>
  </p:sldMasterIdLst>
  <p:sldIdLst>
    <p:sldId id="256" r:id="rId2"/>
    <p:sldId id="257" r:id="rId3"/>
    <p:sldId id="258" r:id="rId4"/>
    <p:sldId id="259" r:id="rId5"/>
    <p:sldId id="260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3" r:id="rId16"/>
    <p:sldId id="272" r:id="rId17"/>
    <p:sldId id="274" r:id="rId18"/>
    <p:sldId id="276" r:id="rId19"/>
    <p:sldId id="277" r:id="rId20"/>
    <p:sldId id="284" r:id="rId21"/>
    <p:sldId id="278" r:id="rId22"/>
    <p:sldId id="279" r:id="rId23"/>
    <p:sldId id="283" r:id="rId24"/>
    <p:sldId id="280" r:id="rId25"/>
    <p:sldId id="281" r:id="rId26"/>
    <p:sldId id="282" r:id="rId27"/>
    <p:sldId id="288" r:id="rId28"/>
    <p:sldId id="285" r:id="rId29"/>
    <p:sldId id="286" r:id="rId30"/>
    <p:sldId id="287" r:id="rId31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04" d="100"/>
          <a:sy n="104" d="100"/>
        </p:scale>
        <p:origin x="232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C63C8A6-29F3-AF44-B6E4-466F962063D5}" type="doc">
      <dgm:prSet loTypeId="urn:microsoft.com/office/officeart/2005/8/layout/chevron2" loCatId="list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pl-PL"/>
        </a:p>
      </dgm:t>
    </dgm:pt>
    <dgm:pt modelId="{0BCCDBFE-8C49-F04D-AF41-49EB81D0E5CB}">
      <dgm:prSet/>
      <dgm:spPr/>
      <dgm:t>
        <a:bodyPr/>
        <a:lstStyle/>
        <a:p>
          <a:r>
            <a:rPr lang="pl-PL" b="1" baseline="0" dirty="0"/>
            <a:t>registry</a:t>
          </a:r>
          <a:r>
            <a:rPr lang="pl-PL" b="0" baseline="0" dirty="0"/>
            <a:t> to magazyn tych obrazów,</a:t>
          </a:r>
          <a:endParaRPr lang="pl-PL" dirty="0"/>
        </a:p>
      </dgm:t>
    </dgm:pt>
    <dgm:pt modelId="{49DF41FB-378A-8048-B2EC-EF260EA41751}" type="parTrans" cxnId="{98002C83-D7CD-2F40-956A-7EAA3C632E79}">
      <dgm:prSet/>
      <dgm:spPr/>
      <dgm:t>
        <a:bodyPr/>
        <a:lstStyle/>
        <a:p>
          <a:endParaRPr lang="pl-PL"/>
        </a:p>
      </dgm:t>
    </dgm:pt>
    <dgm:pt modelId="{86B3E818-D4D8-BF4E-A727-C71A59F81F6F}" type="sibTrans" cxnId="{98002C83-D7CD-2F40-956A-7EAA3C632E79}">
      <dgm:prSet/>
      <dgm:spPr/>
      <dgm:t>
        <a:bodyPr/>
        <a:lstStyle/>
        <a:p>
          <a:endParaRPr lang="pl-PL"/>
        </a:p>
      </dgm:t>
    </dgm:pt>
    <dgm:pt modelId="{64693462-5B97-AF41-AACC-E7E13431BA49}">
      <dgm:prSet/>
      <dgm:spPr/>
      <dgm:t>
        <a:bodyPr/>
        <a:lstStyle/>
        <a:p>
          <a:r>
            <a:rPr lang="pl-PL" b="1" baseline="0" dirty="0"/>
            <a:t>Docker Hub</a:t>
          </a:r>
          <a:r>
            <a:rPr lang="pl-PL" b="0" baseline="0" dirty="0"/>
            <a:t> to najpopularniejsze publiczne registry.</a:t>
          </a:r>
          <a:endParaRPr lang="pl-PL" dirty="0"/>
        </a:p>
      </dgm:t>
    </dgm:pt>
    <dgm:pt modelId="{E0E2D51D-4CE6-FC46-8B36-6C2FD94844C2}" type="parTrans" cxnId="{ECB23CB3-3AA2-9C4C-B4EE-39691E6D1222}">
      <dgm:prSet/>
      <dgm:spPr/>
      <dgm:t>
        <a:bodyPr/>
        <a:lstStyle/>
        <a:p>
          <a:endParaRPr lang="pl-PL"/>
        </a:p>
      </dgm:t>
    </dgm:pt>
    <dgm:pt modelId="{8803FA03-366B-A24C-B102-612E6BB3C184}" type="sibTrans" cxnId="{ECB23CB3-3AA2-9C4C-B4EE-39691E6D1222}">
      <dgm:prSet/>
      <dgm:spPr/>
      <dgm:t>
        <a:bodyPr/>
        <a:lstStyle/>
        <a:p>
          <a:endParaRPr lang="pl-PL"/>
        </a:p>
      </dgm:t>
    </dgm:pt>
    <dgm:pt modelId="{9DFC00F5-56AD-D446-8605-3C1939FA4D1D}">
      <dgm:prSet/>
      <dgm:spPr/>
      <dgm:t>
        <a:bodyPr/>
        <a:lstStyle/>
        <a:p>
          <a:r>
            <a:rPr lang="pl-PL" b="1" baseline="0" dirty="0"/>
            <a:t>obraz (image)</a:t>
          </a:r>
          <a:r>
            <a:rPr lang="pl-PL" b="0" baseline="0" dirty="0"/>
            <a:t> to gotowy „szablon” aplikacji,</a:t>
          </a:r>
          <a:endParaRPr lang="pl-PL" dirty="0"/>
        </a:p>
      </dgm:t>
    </dgm:pt>
    <dgm:pt modelId="{771E2566-73EF-FA49-9F86-E2CBE49C43F4}" type="parTrans" cxnId="{7EFE22AF-1F18-444C-83B5-590F596113E8}">
      <dgm:prSet/>
      <dgm:spPr/>
      <dgm:t>
        <a:bodyPr/>
        <a:lstStyle/>
        <a:p>
          <a:endParaRPr lang="pl-PL"/>
        </a:p>
      </dgm:t>
    </dgm:pt>
    <dgm:pt modelId="{B8247313-78CF-F248-8B65-37EDEBAC0F98}" type="sibTrans" cxnId="{7EFE22AF-1F18-444C-83B5-590F596113E8}">
      <dgm:prSet/>
      <dgm:spPr/>
      <dgm:t>
        <a:bodyPr/>
        <a:lstStyle/>
        <a:p>
          <a:endParaRPr lang="pl-PL"/>
        </a:p>
      </dgm:t>
    </dgm:pt>
    <dgm:pt modelId="{75239910-AF3A-7142-A875-446A35047772}">
      <dgm:prSet/>
      <dgm:spPr/>
      <dgm:t>
        <a:bodyPr/>
        <a:lstStyle/>
        <a:p>
          <a:r>
            <a:rPr lang="pl-PL" dirty="0"/>
            <a:t>Obraz</a:t>
          </a:r>
        </a:p>
      </dgm:t>
    </dgm:pt>
    <dgm:pt modelId="{E74BA5C6-01ED-974B-B443-4B09ED527767}" type="parTrans" cxnId="{D98AFC5C-10E8-0C43-867A-509CA70105F6}">
      <dgm:prSet/>
      <dgm:spPr/>
      <dgm:t>
        <a:bodyPr/>
        <a:lstStyle/>
        <a:p>
          <a:endParaRPr lang="pl-PL"/>
        </a:p>
      </dgm:t>
    </dgm:pt>
    <dgm:pt modelId="{8F4A3CB5-8EB1-8444-9DC6-88E1344A4E3A}" type="sibTrans" cxnId="{D98AFC5C-10E8-0C43-867A-509CA70105F6}">
      <dgm:prSet/>
      <dgm:spPr/>
      <dgm:t>
        <a:bodyPr/>
        <a:lstStyle/>
        <a:p>
          <a:endParaRPr lang="pl-PL"/>
        </a:p>
      </dgm:t>
    </dgm:pt>
    <dgm:pt modelId="{65613DB5-0430-FE4A-AB46-A7857564EAC8}">
      <dgm:prSet/>
      <dgm:spPr/>
      <dgm:t>
        <a:bodyPr/>
        <a:lstStyle/>
        <a:p>
          <a:r>
            <a:rPr lang="pl-PL" dirty="0" err="1"/>
            <a:t>Registery</a:t>
          </a:r>
          <a:endParaRPr lang="pl-PL" dirty="0"/>
        </a:p>
      </dgm:t>
    </dgm:pt>
    <dgm:pt modelId="{F4EDC5D2-91B6-E142-B359-FA1545537DB8}" type="parTrans" cxnId="{D09061B4-BE66-E64B-BC5E-92A6EB393CC8}">
      <dgm:prSet/>
      <dgm:spPr/>
      <dgm:t>
        <a:bodyPr/>
        <a:lstStyle/>
        <a:p>
          <a:endParaRPr lang="pl-PL"/>
        </a:p>
      </dgm:t>
    </dgm:pt>
    <dgm:pt modelId="{3562F4F2-4B9D-164B-9A4F-4DC71F9A3093}" type="sibTrans" cxnId="{D09061B4-BE66-E64B-BC5E-92A6EB393CC8}">
      <dgm:prSet/>
      <dgm:spPr/>
      <dgm:t>
        <a:bodyPr/>
        <a:lstStyle/>
        <a:p>
          <a:endParaRPr lang="pl-PL"/>
        </a:p>
      </dgm:t>
    </dgm:pt>
    <dgm:pt modelId="{AF07D8F1-6887-C74C-B984-14E0741CEF5F}">
      <dgm:prSet/>
      <dgm:spPr/>
      <dgm:t>
        <a:bodyPr/>
        <a:lstStyle/>
        <a:p>
          <a:r>
            <a:rPr lang="pl-PL" dirty="0"/>
            <a:t>Docker Hub</a:t>
          </a:r>
        </a:p>
      </dgm:t>
    </dgm:pt>
    <dgm:pt modelId="{37373867-711D-FE43-80C0-6F6F45AD87B6}" type="parTrans" cxnId="{A3BD21D6-176E-0F4B-9A69-27503DC2C97F}">
      <dgm:prSet/>
      <dgm:spPr/>
      <dgm:t>
        <a:bodyPr/>
        <a:lstStyle/>
        <a:p>
          <a:endParaRPr lang="pl-PL"/>
        </a:p>
      </dgm:t>
    </dgm:pt>
    <dgm:pt modelId="{DD747810-AA35-8E45-9D53-787C9265DF50}" type="sibTrans" cxnId="{A3BD21D6-176E-0F4B-9A69-27503DC2C97F}">
      <dgm:prSet/>
      <dgm:spPr/>
      <dgm:t>
        <a:bodyPr/>
        <a:lstStyle/>
        <a:p>
          <a:endParaRPr lang="pl-PL"/>
        </a:p>
      </dgm:t>
    </dgm:pt>
    <dgm:pt modelId="{DA21F337-2B7F-834E-BDC6-B9D828140C66}" type="pres">
      <dgm:prSet presAssocID="{DC63C8A6-29F3-AF44-B6E4-466F962063D5}" presName="linearFlow" presStyleCnt="0">
        <dgm:presLayoutVars>
          <dgm:dir/>
          <dgm:animLvl val="lvl"/>
          <dgm:resizeHandles val="exact"/>
        </dgm:presLayoutVars>
      </dgm:prSet>
      <dgm:spPr/>
    </dgm:pt>
    <dgm:pt modelId="{77D23363-A923-AA4C-9FB6-9D9BA14167EB}" type="pres">
      <dgm:prSet presAssocID="{75239910-AF3A-7142-A875-446A35047772}" presName="composite" presStyleCnt="0"/>
      <dgm:spPr/>
    </dgm:pt>
    <dgm:pt modelId="{31A86244-BA9A-D542-B706-0AE56F883E1D}" type="pres">
      <dgm:prSet presAssocID="{75239910-AF3A-7142-A875-446A35047772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5F539A4F-B2F0-6B42-98B3-DF2D2F3B0637}" type="pres">
      <dgm:prSet presAssocID="{75239910-AF3A-7142-A875-446A35047772}" presName="descendantText" presStyleLbl="alignAcc1" presStyleIdx="0" presStyleCnt="3">
        <dgm:presLayoutVars>
          <dgm:bulletEnabled val="1"/>
        </dgm:presLayoutVars>
      </dgm:prSet>
      <dgm:spPr/>
    </dgm:pt>
    <dgm:pt modelId="{80016130-DCA4-3240-9F06-1AC394934934}" type="pres">
      <dgm:prSet presAssocID="{8F4A3CB5-8EB1-8444-9DC6-88E1344A4E3A}" presName="sp" presStyleCnt="0"/>
      <dgm:spPr/>
    </dgm:pt>
    <dgm:pt modelId="{44D91140-3BB1-F641-BBFF-3E7CD2EBAEDD}" type="pres">
      <dgm:prSet presAssocID="{65613DB5-0430-FE4A-AB46-A7857564EAC8}" presName="composite" presStyleCnt="0"/>
      <dgm:spPr/>
    </dgm:pt>
    <dgm:pt modelId="{E5BC01D0-27AE-3849-93A3-F9A3EADDDE6D}" type="pres">
      <dgm:prSet presAssocID="{65613DB5-0430-FE4A-AB46-A7857564EAC8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4982FB30-D108-8E4A-85DE-26197CB1B5AB}" type="pres">
      <dgm:prSet presAssocID="{65613DB5-0430-FE4A-AB46-A7857564EAC8}" presName="descendantText" presStyleLbl="alignAcc1" presStyleIdx="1" presStyleCnt="3">
        <dgm:presLayoutVars>
          <dgm:bulletEnabled val="1"/>
        </dgm:presLayoutVars>
      </dgm:prSet>
      <dgm:spPr/>
    </dgm:pt>
    <dgm:pt modelId="{0EDB87E1-B653-9E4C-8703-25AE367D0B7C}" type="pres">
      <dgm:prSet presAssocID="{3562F4F2-4B9D-164B-9A4F-4DC71F9A3093}" presName="sp" presStyleCnt="0"/>
      <dgm:spPr/>
    </dgm:pt>
    <dgm:pt modelId="{1E2108F4-E405-4C41-93BE-4151671181A7}" type="pres">
      <dgm:prSet presAssocID="{AF07D8F1-6887-C74C-B984-14E0741CEF5F}" presName="composite" presStyleCnt="0"/>
      <dgm:spPr/>
    </dgm:pt>
    <dgm:pt modelId="{BAB28CD5-C131-1742-A241-AEE935232D5E}" type="pres">
      <dgm:prSet presAssocID="{AF07D8F1-6887-C74C-B984-14E0741CEF5F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C9E00AF1-3095-0745-A8AD-34E4EB36C5D0}" type="pres">
      <dgm:prSet presAssocID="{AF07D8F1-6887-C74C-B984-14E0741CEF5F}" presName="descendantText" presStyleLbl="alignAcc1" presStyleIdx="2" presStyleCnt="3">
        <dgm:presLayoutVars>
          <dgm:bulletEnabled val="1"/>
        </dgm:presLayoutVars>
      </dgm:prSet>
      <dgm:spPr/>
    </dgm:pt>
  </dgm:ptLst>
  <dgm:cxnLst>
    <dgm:cxn modelId="{5F747718-9B71-9640-8114-701BAAC3B695}" type="presOf" srcId="{AF07D8F1-6887-C74C-B984-14E0741CEF5F}" destId="{BAB28CD5-C131-1742-A241-AEE935232D5E}" srcOrd="0" destOrd="0" presId="urn:microsoft.com/office/officeart/2005/8/layout/chevron2"/>
    <dgm:cxn modelId="{6EDD9021-7444-3148-81E8-D8667B0E541C}" type="presOf" srcId="{64693462-5B97-AF41-AACC-E7E13431BA49}" destId="{C9E00AF1-3095-0745-A8AD-34E4EB36C5D0}" srcOrd="0" destOrd="0" presId="urn:microsoft.com/office/officeart/2005/8/layout/chevron2"/>
    <dgm:cxn modelId="{7BF7023D-0D21-E84A-81B0-23BBD4B429C5}" type="presOf" srcId="{65613DB5-0430-FE4A-AB46-A7857564EAC8}" destId="{E5BC01D0-27AE-3849-93A3-F9A3EADDDE6D}" srcOrd="0" destOrd="0" presId="urn:microsoft.com/office/officeart/2005/8/layout/chevron2"/>
    <dgm:cxn modelId="{3990BB3F-4D0D-934D-81C8-840D39A0ED7B}" type="presOf" srcId="{0BCCDBFE-8C49-F04D-AF41-49EB81D0E5CB}" destId="{4982FB30-D108-8E4A-85DE-26197CB1B5AB}" srcOrd="0" destOrd="0" presId="urn:microsoft.com/office/officeart/2005/8/layout/chevron2"/>
    <dgm:cxn modelId="{D98AFC5C-10E8-0C43-867A-509CA70105F6}" srcId="{DC63C8A6-29F3-AF44-B6E4-466F962063D5}" destId="{75239910-AF3A-7142-A875-446A35047772}" srcOrd="0" destOrd="0" parTransId="{E74BA5C6-01ED-974B-B443-4B09ED527767}" sibTransId="{8F4A3CB5-8EB1-8444-9DC6-88E1344A4E3A}"/>
    <dgm:cxn modelId="{F3E4B568-9ECA-E743-8926-5E3550D8D40D}" type="presOf" srcId="{75239910-AF3A-7142-A875-446A35047772}" destId="{31A86244-BA9A-D542-B706-0AE56F883E1D}" srcOrd="0" destOrd="0" presId="urn:microsoft.com/office/officeart/2005/8/layout/chevron2"/>
    <dgm:cxn modelId="{1AEA0F80-C459-7A41-942F-DB74A0C36158}" type="presOf" srcId="{DC63C8A6-29F3-AF44-B6E4-466F962063D5}" destId="{DA21F337-2B7F-834E-BDC6-B9D828140C66}" srcOrd="0" destOrd="0" presId="urn:microsoft.com/office/officeart/2005/8/layout/chevron2"/>
    <dgm:cxn modelId="{98002C83-D7CD-2F40-956A-7EAA3C632E79}" srcId="{65613DB5-0430-FE4A-AB46-A7857564EAC8}" destId="{0BCCDBFE-8C49-F04D-AF41-49EB81D0E5CB}" srcOrd="0" destOrd="0" parTransId="{49DF41FB-378A-8048-B2EC-EF260EA41751}" sibTransId="{86B3E818-D4D8-BF4E-A727-C71A59F81F6F}"/>
    <dgm:cxn modelId="{7EFE22AF-1F18-444C-83B5-590F596113E8}" srcId="{75239910-AF3A-7142-A875-446A35047772}" destId="{9DFC00F5-56AD-D446-8605-3C1939FA4D1D}" srcOrd="0" destOrd="0" parTransId="{771E2566-73EF-FA49-9F86-E2CBE49C43F4}" sibTransId="{B8247313-78CF-F248-8B65-37EDEBAC0F98}"/>
    <dgm:cxn modelId="{ECB23CB3-3AA2-9C4C-B4EE-39691E6D1222}" srcId="{AF07D8F1-6887-C74C-B984-14E0741CEF5F}" destId="{64693462-5B97-AF41-AACC-E7E13431BA49}" srcOrd="0" destOrd="0" parTransId="{E0E2D51D-4CE6-FC46-8B36-6C2FD94844C2}" sibTransId="{8803FA03-366B-A24C-B102-612E6BB3C184}"/>
    <dgm:cxn modelId="{D09061B4-BE66-E64B-BC5E-92A6EB393CC8}" srcId="{DC63C8A6-29F3-AF44-B6E4-466F962063D5}" destId="{65613DB5-0430-FE4A-AB46-A7857564EAC8}" srcOrd="1" destOrd="0" parTransId="{F4EDC5D2-91B6-E142-B359-FA1545537DB8}" sibTransId="{3562F4F2-4B9D-164B-9A4F-4DC71F9A3093}"/>
    <dgm:cxn modelId="{A3BD21D6-176E-0F4B-9A69-27503DC2C97F}" srcId="{DC63C8A6-29F3-AF44-B6E4-466F962063D5}" destId="{AF07D8F1-6887-C74C-B984-14E0741CEF5F}" srcOrd="2" destOrd="0" parTransId="{37373867-711D-FE43-80C0-6F6F45AD87B6}" sibTransId="{DD747810-AA35-8E45-9D53-787C9265DF50}"/>
    <dgm:cxn modelId="{0CAAE8F7-66CE-014D-8A79-5537BA2D9FEB}" type="presOf" srcId="{9DFC00F5-56AD-D446-8605-3C1939FA4D1D}" destId="{5F539A4F-B2F0-6B42-98B3-DF2D2F3B0637}" srcOrd="0" destOrd="0" presId="urn:microsoft.com/office/officeart/2005/8/layout/chevron2"/>
    <dgm:cxn modelId="{65B6979C-8F6D-7240-BDA9-181781B3F528}" type="presParOf" srcId="{DA21F337-2B7F-834E-BDC6-B9D828140C66}" destId="{77D23363-A923-AA4C-9FB6-9D9BA14167EB}" srcOrd="0" destOrd="0" presId="urn:microsoft.com/office/officeart/2005/8/layout/chevron2"/>
    <dgm:cxn modelId="{96B08185-3E0E-9942-B368-C9FF10586416}" type="presParOf" srcId="{77D23363-A923-AA4C-9FB6-9D9BA14167EB}" destId="{31A86244-BA9A-D542-B706-0AE56F883E1D}" srcOrd="0" destOrd="0" presId="urn:microsoft.com/office/officeart/2005/8/layout/chevron2"/>
    <dgm:cxn modelId="{11F64220-D67E-9B44-B73C-C7762BF846A1}" type="presParOf" srcId="{77D23363-A923-AA4C-9FB6-9D9BA14167EB}" destId="{5F539A4F-B2F0-6B42-98B3-DF2D2F3B0637}" srcOrd="1" destOrd="0" presId="urn:microsoft.com/office/officeart/2005/8/layout/chevron2"/>
    <dgm:cxn modelId="{3353AF08-294E-A849-B657-0EC45438B408}" type="presParOf" srcId="{DA21F337-2B7F-834E-BDC6-B9D828140C66}" destId="{80016130-DCA4-3240-9F06-1AC394934934}" srcOrd="1" destOrd="0" presId="urn:microsoft.com/office/officeart/2005/8/layout/chevron2"/>
    <dgm:cxn modelId="{8AE75685-EE83-EB43-BD48-70F02C9C22DC}" type="presParOf" srcId="{DA21F337-2B7F-834E-BDC6-B9D828140C66}" destId="{44D91140-3BB1-F641-BBFF-3E7CD2EBAEDD}" srcOrd="2" destOrd="0" presId="urn:microsoft.com/office/officeart/2005/8/layout/chevron2"/>
    <dgm:cxn modelId="{4F7AB143-5E53-2D43-BC21-40011CA82748}" type="presParOf" srcId="{44D91140-3BB1-F641-BBFF-3E7CD2EBAEDD}" destId="{E5BC01D0-27AE-3849-93A3-F9A3EADDDE6D}" srcOrd="0" destOrd="0" presId="urn:microsoft.com/office/officeart/2005/8/layout/chevron2"/>
    <dgm:cxn modelId="{1915F26D-0944-234D-9907-F9A19FEEE3CA}" type="presParOf" srcId="{44D91140-3BB1-F641-BBFF-3E7CD2EBAEDD}" destId="{4982FB30-D108-8E4A-85DE-26197CB1B5AB}" srcOrd="1" destOrd="0" presId="urn:microsoft.com/office/officeart/2005/8/layout/chevron2"/>
    <dgm:cxn modelId="{67EF1F9F-E5EB-6B4D-AAA3-98FAA4C0A786}" type="presParOf" srcId="{DA21F337-2B7F-834E-BDC6-B9D828140C66}" destId="{0EDB87E1-B653-9E4C-8703-25AE367D0B7C}" srcOrd="3" destOrd="0" presId="urn:microsoft.com/office/officeart/2005/8/layout/chevron2"/>
    <dgm:cxn modelId="{52EDB32E-DD26-714E-8265-257F3F632744}" type="presParOf" srcId="{DA21F337-2B7F-834E-BDC6-B9D828140C66}" destId="{1E2108F4-E405-4C41-93BE-4151671181A7}" srcOrd="4" destOrd="0" presId="urn:microsoft.com/office/officeart/2005/8/layout/chevron2"/>
    <dgm:cxn modelId="{B63591F2-798A-1946-B7F3-F5169F4FB4D4}" type="presParOf" srcId="{1E2108F4-E405-4C41-93BE-4151671181A7}" destId="{BAB28CD5-C131-1742-A241-AEE935232D5E}" srcOrd="0" destOrd="0" presId="urn:microsoft.com/office/officeart/2005/8/layout/chevron2"/>
    <dgm:cxn modelId="{E09C2BF9-CCBF-EB43-807F-92D4AAB00DBF}" type="presParOf" srcId="{1E2108F4-E405-4C41-93BE-4151671181A7}" destId="{C9E00AF1-3095-0745-A8AD-34E4EB36C5D0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77451C3-B023-9143-A74B-C050EF123EED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pl-PL"/>
        </a:p>
      </dgm:t>
    </dgm:pt>
    <dgm:pt modelId="{27BA8E1A-2600-9943-A9EB-5C1487EF7C85}">
      <dgm:prSet/>
      <dgm:spPr/>
      <dgm:t>
        <a:bodyPr/>
        <a:lstStyle/>
        <a:p>
          <a:r>
            <a:rPr lang="pl-PL" b="0" baseline="0" dirty="0"/>
            <a:t>- Tworzysz obraz aplikacji </a:t>
          </a:r>
          <a:endParaRPr lang="pl-PL" dirty="0"/>
        </a:p>
      </dgm:t>
    </dgm:pt>
    <dgm:pt modelId="{D285DBB5-1A3B-CF49-A971-420787B99C0D}" type="parTrans" cxnId="{5FD00D86-352D-3145-8539-19EB76F838D9}">
      <dgm:prSet/>
      <dgm:spPr/>
      <dgm:t>
        <a:bodyPr/>
        <a:lstStyle/>
        <a:p>
          <a:endParaRPr lang="pl-PL"/>
        </a:p>
      </dgm:t>
    </dgm:pt>
    <dgm:pt modelId="{2ACC79F1-4623-1C48-BF18-F3A502C4088D}" type="sibTrans" cxnId="{5FD00D86-352D-3145-8539-19EB76F838D9}">
      <dgm:prSet/>
      <dgm:spPr/>
      <dgm:t>
        <a:bodyPr/>
        <a:lstStyle/>
        <a:p>
          <a:endParaRPr lang="pl-PL"/>
        </a:p>
      </dgm:t>
    </dgm:pt>
    <dgm:pt modelId="{315CCAFF-1A60-EF45-8ED0-F9557BD5AF72}">
      <dgm:prSet/>
      <dgm:spPr/>
      <dgm:t>
        <a:bodyPr/>
        <a:lstStyle/>
        <a:p>
          <a:r>
            <a:rPr lang="pl-PL" b="0" baseline="0"/>
            <a:t>- Wysyłasz do registery </a:t>
          </a:r>
          <a:endParaRPr lang="pl-PL"/>
        </a:p>
      </dgm:t>
    </dgm:pt>
    <dgm:pt modelId="{E4D6D76F-F270-9948-BDEF-2421ECA01DCA}" type="parTrans" cxnId="{D8904DBD-37CD-2648-B328-816123B00243}">
      <dgm:prSet/>
      <dgm:spPr/>
      <dgm:t>
        <a:bodyPr/>
        <a:lstStyle/>
        <a:p>
          <a:endParaRPr lang="pl-PL"/>
        </a:p>
      </dgm:t>
    </dgm:pt>
    <dgm:pt modelId="{5887A373-D7EB-FB44-90E9-588E481141C7}" type="sibTrans" cxnId="{D8904DBD-37CD-2648-B328-816123B00243}">
      <dgm:prSet/>
      <dgm:spPr/>
      <dgm:t>
        <a:bodyPr/>
        <a:lstStyle/>
        <a:p>
          <a:endParaRPr lang="pl-PL"/>
        </a:p>
      </dgm:t>
    </dgm:pt>
    <dgm:pt modelId="{5B31397A-E743-7246-9E47-25A02DDB85EB}">
      <dgm:prSet/>
      <dgm:spPr/>
      <dgm:t>
        <a:bodyPr/>
        <a:lstStyle/>
        <a:p>
          <a:r>
            <a:rPr lang="pl-PL" b="0" baseline="0"/>
            <a:t>- Potem </a:t>
          </a:r>
          <a:r>
            <a:rPr lang="pl-PL" b="1" baseline="0"/>
            <a:t>run anyware </a:t>
          </a:r>
          <a:endParaRPr lang="pl-PL"/>
        </a:p>
      </dgm:t>
    </dgm:pt>
    <dgm:pt modelId="{A6B671DF-475E-E34C-BD3B-36682EF621CD}" type="parTrans" cxnId="{FE88FB22-652C-7349-80C5-3DBE250A7702}">
      <dgm:prSet/>
      <dgm:spPr/>
      <dgm:t>
        <a:bodyPr/>
        <a:lstStyle/>
        <a:p>
          <a:endParaRPr lang="pl-PL"/>
        </a:p>
      </dgm:t>
    </dgm:pt>
    <dgm:pt modelId="{98DAB3AB-CC40-6447-96A0-0D5C714F86C0}" type="sibTrans" cxnId="{FE88FB22-652C-7349-80C5-3DBE250A7702}">
      <dgm:prSet/>
      <dgm:spPr/>
      <dgm:t>
        <a:bodyPr/>
        <a:lstStyle/>
        <a:p>
          <a:endParaRPr lang="pl-PL"/>
        </a:p>
      </dgm:t>
    </dgm:pt>
    <dgm:pt modelId="{3B424858-DA6B-4141-ACEC-AA4361A19A38}" type="pres">
      <dgm:prSet presAssocID="{477451C3-B023-9143-A74B-C050EF123EED}" presName="Name0" presStyleCnt="0">
        <dgm:presLayoutVars>
          <dgm:dir/>
          <dgm:resizeHandles val="exact"/>
        </dgm:presLayoutVars>
      </dgm:prSet>
      <dgm:spPr/>
    </dgm:pt>
    <dgm:pt modelId="{292D0DEC-9566-E04E-8158-F1D50AE2B205}" type="pres">
      <dgm:prSet presAssocID="{27BA8E1A-2600-9943-A9EB-5C1487EF7C85}" presName="node" presStyleLbl="node1" presStyleIdx="0" presStyleCnt="3">
        <dgm:presLayoutVars>
          <dgm:bulletEnabled val="1"/>
        </dgm:presLayoutVars>
      </dgm:prSet>
      <dgm:spPr/>
    </dgm:pt>
    <dgm:pt modelId="{1EEEE822-6AF8-1543-A819-E6D4CE1CD15A}" type="pres">
      <dgm:prSet presAssocID="{2ACC79F1-4623-1C48-BF18-F3A502C4088D}" presName="sibTrans" presStyleLbl="sibTrans2D1" presStyleIdx="0" presStyleCnt="2"/>
      <dgm:spPr/>
    </dgm:pt>
    <dgm:pt modelId="{0638D8C6-D8D2-7246-80A1-0844FD03A793}" type="pres">
      <dgm:prSet presAssocID="{2ACC79F1-4623-1C48-BF18-F3A502C4088D}" presName="connectorText" presStyleLbl="sibTrans2D1" presStyleIdx="0" presStyleCnt="2"/>
      <dgm:spPr/>
    </dgm:pt>
    <dgm:pt modelId="{21310E17-0B67-044E-B0A3-4C81E0F128CE}" type="pres">
      <dgm:prSet presAssocID="{315CCAFF-1A60-EF45-8ED0-F9557BD5AF72}" presName="node" presStyleLbl="node1" presStyleIdx="1" presStyleCnt="3">
        <dgm:presLayoutVars>
          <dgm:bulletEnabled val="1"/>
        </dgm:presLayoutVars>
      </dgm:prSet>
      <dgm:spPr/>
    </dgm:pt>
    <dgm:pt modelId="{BF9DA2BD-935E-FB40-969F-37F9C5867E5B}" type="pres">
      <dgm:prSet presAssocID="{5887A373-D7EB-FB44-90E9-588E481141C7}" presName="sibTrans" presStyleLbl="sibTrans2D1" presStyleIdx="1" presStyleCnt="2"/>
      <dgm:spPr/>
    </dgm:pt>
    <dgm:pt modelId="{93CA3EEA-577E-5A40-9A8D-99F43E94F880}" type="pres">
      <dgm:prSet presAssocID="{5887A373-D7EB-FB44-90E9-588E481141C7}" presName="connectorText" presStyleLbl="sibTrans2D1" presStyleIdx="1" presStyleCnt="2"/>
      <dgm:spPr/>
    </dgm:pt>
    <dgm:pt modelId="{0D4CBCD1-BA32-104C-8AD5-0EEF4BD4040D}" type="pres">
      <dgm:prSet presAssocID="{5B31397A-E743-7246-9E47-25A02DDB85EB}" presName="node" presStyleLbl="node1" presStyleIdx="2" presStyleCnt="3">
        <dgm:presLayoutVars>
          <dgm:bulletEnabled val="1"/>
        </dgm:presLayoutVars>
      </dgm:prSet>
      <dgm:spPr/>
    </dgm:pt>
  </dgm:ptLst>
  <dgm:cxnLst>
    <dgm:cxn modelId="{9D5BBC11-A09F-B041-9AAF-EA7ADCDC9CD9}" type="presOf" srcId="{2ACC79F1-4623-1C48-BF18-F3A502C4088D}" destId="{1EEEE822-6AF8-1543-A819-E6D4CE1CD15A}" srcOrd="0" destOrd="0" presId="urn:microsoft.com/office/officeart/2005/8/layout/process1"/>
    <dgm:cxn modelId="{1B1E1317-981E-E74E-83C5-092D7EFE230C}" type="presOf" srcId="{315CCAFF-1A60-EF45-8ED0-F9557BD5AF72}" destId="{21310E17-0B67-044E-B0A3-4C81E0F128CE}" srcOrd="0" destOrd="0" presId="urn:microsoft.com/office/officeart/2005/8/layout/process1"/>
    <dgm:cxn modelId="{FE88FB22-652C-7349-80C5-3DBE250A7702}" srcId="{477451C3-B023-9143-A74B-C050EF123EED}" destId="{5B31397A-E743-7246-9E47-25A02DDB85EB}" srcOrd="2" destOrd="0" parTransId="{A6B671DF-475E-E34C-BD3B-36682EF621CD}" sibTransId="{98DAB3AB-CC40-6447-96A0-0D5C714F86C0}"/>
    <dgm:cxn modelId="{C2BFC336-E7A7-1B43-AC7A-EE8FE48216F0}" type="presOf" srcId="{5887A373-D7EB-FB44-90E9-588E481141C7}" destId="{93CA3EEA-577E-5A40-9A8D-99F43E94F880}" srcOrd="1" destOrd="0" presId="urn:microsoft.com/office/officeart/2005/8/layout/process1"/>
    <dgm:cxn modelId="{E896E149-5E6F-B04C-896C-F24F43BE0DD2}" type="presOf" srcId="{477451C3-B023-9143-A74B-C050EF123EED}" destId="{3B424858-DA6B-4141-ACEC-AA4361A19A38}" srcOrd="0" destOrd="0" presId="urn:microsoft.com/office/officeart/2005/8/layout/process1"/>
    <dgm:cxn modelId="{54ADD55A-E49F-CD49-BD0A-186E828A8064}" type="presOf" srcId="{27BA8E1A-2600-9943-A9EB-5C1487EF7C85}" destId="{292D0DEC-9566-E04E-8158-F1D50AE2B205}" srcOrd="0" destOrd="0" presId="urn:microsoft.com/office/officeart/2005/8/layout/process1"/>
    <dgm:cxn modelId="{109FC263-1198-C145-B3B5-F2D037C1B8C7}" type="presOf" srcId="{5887A373-D7EB-FB44-90E9-588E481141C7}" destId="{BF9DA2BD-935E-FB40-969F-37F9C5867E5B}" srcOrd="0" destOrd="0" presId="urn:microsoft.com/office/officeart/2005/8/layout/process1"/>
    <dgm:cxn modelId="{1BD0A180-2B33-794E-B04A-292AB7611A28}" type="presOf" srcId="{5B31397A-E743-7246-9E47-25A02DDB85EB}" destId="{0D4CBCD1-BA32-104C-8AD5-0EEF4BD4040D}" srcOrd="0" destOrd="0" presId="urn:microsoft.com/office/officeart/2005/8/layout/process1"/>
    <dgm:cxn modelId="{5FD00D86-352D-3145-8539-19EB76F838D9}" srcId="{477451C3-B023-9143-A74B-C050EF123EED}" destId="{27BA8E1A-2600-9943-A9EB-5C1487EF7C85}" srcOrd="0" destOrd="0" parTransId="{D285DBB5-1A3B-CF49-A971-420787B99C0D}" sibTransId="{2ACC79F1-4623-1C48-BF18-F3A502C4088D}"/>
    <dgm:cxn modelId="{D8904DBD-37CD-2648-B328-816123B00243}" srcId="{477451C3-B023-9143-A74B-C050EF123EED}" destId="{315CCAFF-1A60-EF45-8ED0-F9557BD5AF72}" srcOrd="1" destOrd="0" parTransId="{E4D6D76F-F270-9948-BDEF-2421ECA01DCA}" sibTransId="{5887A373-D7EB-FB44-90E9-588E481141C7}"/>
    <dgm:cxn modelId="{0C8FCCC6-219B-2243-9997-56378C3D00AB}" type="presOf" srcId="{2ACC79F1-4623-1C48-BF18-F3A502C4088D}" destId="{0638D8C6-D8D2-7246-80A1-0844FD03A793}" srcOrd="1" destOrd="0" presId="urn:microsoft.com/office/officeart/2005/8/layout/process1"/>
    <dgm:cxn modelId="{91181531-7CBE-3942-8EF1-311A3975E0DC}" type="presParOf" srcId="{3B424858-DA6B-4141-ACEC-AA4361A19A38}" destId="{292D0DEC-9566-E04E-8158-F1D50AE2B205}" srcOrd="0" destOrd="0" presId="urn:microsoft.com/office/officeart/2005/8/layout/process1"/>
    <dgm:cxn modelId="{1B7911CF-AA79-264A-8F46-B8B82243279F}" type="presParOf" srcId="{3B424858-DA6B-4141-ACEC-AA4361A19A38}" destId="{1EEEE822-6AF8-1543-A819-E6D4CE1CD15A}" srcOrd="1" destOrd="0" presId="urn:microsoft.com/office/officeart/2005/8/layout/process1"/>
    <dgm:cxn modelId="{A4B16D55-5395-464A-A68F-6455A0E5B9E2}" type="presParOf" srcId="{1EEEE822-6AF8-1543-A819-E6D4CE1CD15A}" destId="{0638D8C6-D8D2-7246-80A1-0844FD03A793}" srcOrd="0" destOrd="0" presId="urn:microsoft.com/office/officeart/2005/8/layout/process1"/>
    <dgm:cxn modelId="{42CF9E7E-2EA2-2347-940D-8D4EE0BD50D2}" type="presParOf" srcId="{3B424858-DA6B-4141-ACEC-AA4361A19A38}" destId="{21310E17-0B67-044E-B0A3-4C81E0F128CE}" srcOrd="2" destOrd="0" presId="urn:microsoft.com/office/officeart/2005/8/layout/process1"/>
    <dgm:cxn modelId="{647A2F9F-A414-084D-8BA9-F99DD6705873}" type="presParOf" srcId="{3B424858-DA6B-4141-ACEC-AA4361A19A38}" destId="{BF9DA2BD-935E-FB40-969F-37F9C5867E5B}" srcOrd="3" destOrd="0" presId="urn:microsoft.com/office/officeart/2005/8/layout/process1"/>
    <dgm:cxn modelId="{15F4F946-B9FB-4949-97E0-11E110846B14}" type="presParOf" srcId="{BF9DA2BD-935E-FB40-969F-37F9C5867E5B}" destId="{93CA3EEA-577E-5A40-9A8D-99F43E94F880}" srcOrd="0" destOrd="0" presId="urn:microsoft.com/office/officeart/2005/8/layout/process1"/>
    <dgm:cxn modelId="{148EBAEB-F651-D841-BCF5-628C96E85C6E}" type="presParOf" srcId="{3B424858-DA6B-4141-ACEC-AA4361A19A38}" destId="{0D4CBCD1-BA32-104C-8AD5-0EEF4BD4040D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A86244-BA9A-D542-B706-0AE56F883E1D}">
      <dsp:nvSpPr>
        <dsp:cNvPr id="0" name=""/>
        <dsp:cNvSpPr/>
      </dsp:nvSpPr>
      <dsp:spPr>
        <a:xfrm rot="5400000">
          <a:off x="-202187" y="203803"/>
          <a:ext cx="1347918" cy="943542"/>
        </a:xfrm>
        <a:prstGeom prst="chevron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 dirty="0"/>
            <a:t>Obraz</a:t>
          </a:r>
        </a:p>
      </dsp:txBody>
      <dsp:txXfrm rot="-5400000">
        <a:off x="1" y="473386"/>
        <a:ext cx="943542" cy="404376"/>
      </dsp:txXfrm>
    </dsp:sp>
    <dsp:sp modelId="{5F539A4F-B2F0-6B42-98B3-DF2D2F3B0637}">
      <dsp:nvSpPr>
        <dsp:cNvPr id="0" name=""/>
        <dsp:cNvSpPr/>
      </dsp:nvSpPr>
      <dsp:spPr>
        <a:xfrm rot="5400000">
          <a:off x="4418983" y="-3473824"/>
          <a:ext cx="876147" cy="782702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464" tIns="13970" rIns="13970" bIns="13970" numCol="1" spcCol="1270" anchor="ctr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l-PL" sz="2200" b="1" kern="1200" baseline="0" dirty="0"/>
            <a:t>obraz (image)</a:t>
          </a:r>
          <a:r>
            <a:rPr lang="pl-PL" sz="2200" b="0" kern="1200" baseline="0" dirty="0"/>
            <a:t> to gotowy „szablon” aplikacji,</a:t>
          </a:r>
          <a:endParaRPr lang="pl-PL" sz="2200" kern="1200" dirty="0"/>
        </a:p>
      </dsp:txBody>
      <dsp:txXfrm rot="-5400000">
        <a:off x="943543" y="44386"/>
        <a:ext cx="7784258" cy="790607"/>
      </dsp:txXfrm>
    </dsp:sp>
    <dsp:sp modelId="{E5BC01D0-27AE-3849-93A3-F9A3EADDDE6D}">
      <dsp:nvSpPr>
        <dsp:cNvPr id="0" name=""/>
        <dsp:cNvSpPr/>
      </dsp:nvSpPr>
      <dsp:spPr>
        <a:xfrm rot="5400000">
          <a:off x="-202187" y="1353980"/>
          <a:ext cx="1347918" cy="943542"/>
        </a:xfrm>
        <a:prstGeom prst="chevron">
          <a:avLst/>
        </a:prstGeom>
        <a:solidFill>
          <a:schemeClr val="accent3">
            <a:hueOff val="477308"/>
            <a:satOff val="11626"/>
            <a:lumOff val="4608"/>
            <a:alphaOff val="0"/>
          </a:schemeClr>
        </a:solidFill>
        <a:ln w="12700" cap="flat" cmpd="sng" algn="ctr">
          <a:solidFill>
            <a:schemeClr val="accent3">
              <a:hueOff val="477308"/>
              <a:satOff val="11626"/>
              <a:lumOff val="460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 dirty="0" err="1"/>
            <a:t>Registery</a:t>
          </a:r>
          <a:endParaRPr lang="pl-PL" sz="1200" kern="1200" dirty="0"/>
        </a:p>
      </dsp:txBody>
      <dsp:txXfrm rot="-5400000">
        <a:off x="1" y="1623563"/>
        <a:ext cx="943542" cy="404376"/>
      </dsp:txXfrm>
    </dsp:sp>
    <dsp:sp modelId="{4982FB30-D108-8E4A-85DE-26197CB1B5AB}">
      <dsp:nvSpPr>
        <dsp:cNvPr id="0" name=""/>
        <dsp:cNvSpPr/>
      </dsp:nvSpPr>
      <dsp:spPr>
        <a:xfrm rot="5400000">
          <a:off x="4418983" y="-2323647"/>
          <a:ext cx="876147" cy="782702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477308"/>
              <a:satOff val="11626"/>
              <a:lumOff val="460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464" tIns="13970" rIns="13970" bIns="13970" numCol="1" spcCol="1270" anchor="ctr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l-PL" sz="2200" b="1" kern="1200" baseline="0" dirty="0"/>
            <a:t>registry</a:t>
          </a:r>
          <a:r>
            <a:rPr lang="pl-PL" sz="2200" b="0" kern="1200" baseline="0" dirty="0"/>
            <a:t> to magazyn tych obrazów,</a:t>
          </a:r>
          <a:endParaRPr lang="pl-PL" sz="2200" kern="1200" dirty="0"/>
        </a:p>
      </dsp:txBody>
      <dsp:txXfrm rot="-5400000">
        <a:off x="943543" y="1194563"/>
        <a:ext cx="7784258" cy="790607"/>
      </dsp:txXfrm>
    </dsp:sp>
    <dsp:sp modelId="{BAB28CD5-C131-1742-A241-AEE935232D5E}">
      <dsp:nvSpPr>
        <dsp:cNvPr id="0" name=""/>
        <dsp:cNvSpPr/>
      </dsp:nvSpPr>
      <dsp:spPr>
        <a:xfrm rot="5400000">
          <a:off x="-202187" y="2504157"/>
          <a:ext cx="1347918" cy="943542"/>
        </a:xfrm>
        <a:prstGeom prst="chevron">
          <a:avLst/>
        </a:prstGeom>
        <a:solidFill>
          <a:schemeClr val="accent3">
            <a:hueOff val="954616"/>
            <a:satOff val="23252"/>
            <a:lumOff val="9215"/>
            <a:alphaOff val="0"/>
          </a:schemeClr>
        </a:solidFill>
        <a:ln w="12700" cap="flat" cmpd="sng" algn="ctr">
          <a:solidFill>
            <a:schemeClr val="accent3">
              <a:hueOff val="954616"/>
              <a:satOff val="23252"/>
              <a:lumOff val="921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 dirty="0"/>
            <a:t>Docker Hub</a:t>
          </a:r>
        </a:p>
      </dsp:txBody>
      <dsp:txXfrm rot="-5400000">
        <a:off x="1" y="2773740"/>
        <a:ext cx="943542" cy="404376"/>
      </dsp:txXfrm>
    </dsp:sp>
    <dsp:sp modelId="{C9E00AF1-3095-0745-A8AD-34E4EB36C5D0}">
      <dsp:nvSpPr>
        <dsp:cNvPr id="0" name=""/>
        <dsp:cNvSpPr/>
      </dsp:nvSpPr>
      <dsp:spPr>
        <a:xfrm rot="5400000">
          <a:off x="4418983" y="-1173470"/>
          <a:ext cx="876147" cy="782702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954616"/>
              <a:satOff val="23252"/>
              <a:lumOff val="921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464" tIns="13970" rIns="13970" bIns="13970" numCol="1" spcCol="1270" anchor="ctr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l-PL" sz="2200" b="1" kern="1200" baseline="0" dirty="0"/>
            <a:t>Docker Hub</a:t>
          </a:r>
          <a:r>
            <a:rPr lang="pl-PL" sz="2200" b="0" kern="1200" baseline="0" dirty="0"/>
            <a:t> to najpopularniejsze publiczne registry.</a:t>
          </a:r>
          <a:endParaRPr lang="pl-PL" sz="2200" kern="1200" dirty="0"/>
        </a:p>
      </dsp:txBody>
      <dsp:txXfrm rot="-5400000">
        <a:off x="943543" y="2344740"/>
        <a:ext cx="7784258" cy="79060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92D0DEC-9566-E04E-8158-F1D50AE2B205}">
      <dsp:nvSpPr>
        <dsp:cNvPr id="0" name=""/>
        <dsp:cNvSpPr/>
      </dsp:nvSpPr>
      <dsp:spPr>
        <a:xfrm>
          <a:off x="7708" y="1134555"/>
          <a:ext cx="2303987" cy="138239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300" b="0" kern="1200" baseline="0" dirty="0"/>
            <a:t>- Tworzysz obraz aplikacji </a:t>
          </a:r>
          <a:endParaRPr lang="pl-PL" sz="2300" kern="1200" dirty="0"/>
        </a:p>
      </dsp:txBody>
      <dsp:txXfrm>
        <a:off x="48197" y="1175044"/>
        <a:ext cx="2223009" cy="1301414"/>
      </dsp:txXfrm>
    </dsp:sp>
    <dsp:sp modelId="{1EEEE822-6AF8-1543-A819-E6D4CE1CD15A}">
      <dsp:nvSpPr>
        <dsp:cNvPr id="0" name=""/>
        <dsp:cNvSpPr/>
      </dsp:nvSpPr>
      <dsp:spPr>
        <a:xfrm>
          <a:off x="2542095" y="1540057"/>
          <a:ext cx="488445" cy="57138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1400" kern="1200"/>
        </a:p>
      </dsp:txBody>
      <dsp:txXfrm>
        <a:off x="2542095" y="1654335"/>
        <a:ext cx="341912" cy="342832"/>
      </dsp:txXfrm>
    </dsp:sp>
    <dsp:sp modelId="{21310E17-0B67-044E-B0A3-4C81E0F128CE}">
      <dsp:nvSpPr>
        <dsp:cNvPr id="0" name=""/>
        <dsp:cNvSpPr/>
      </dsp:nvSpPr>
      <dsp:spPr>
        <a:xfrm>
          <a:off x="3233291" y="1134555"/>
          <a:ext cx="2303987" cy="138239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300" b="0" kern="1200" baseline="0"/>
            <a:t>- Wysyłasz do registery </a:t>
          </a:r>
          <a:endParaRPr lang="pl-PL" sz="2300" kern="1200"/>
        </a:p>
      </dsp:txBody>
      <dsp:txXfrm>
        <a:off x="3273780" y="1175044"/>
        <a:ext cx="2223009" cy="1301414"/>
      </dsp:txXfrm>
    </dsp:sp>
    <dsp:sp modelId="{BF9DA2BD-935E-FB40-969F-37F9C5867E5B}">
      <dsp:nvSpPr>
        <dsp:cNvPr id="0" name=""/>
        <dsp:cNvSpPr/>
      </dsp:nvSpPr>
      <dsp:spPr>
        <a:xfrm>
          <a:off x="5767678" y="1540057"/>
          <a:ext cx="488445" cy="57138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1400" kern="1200"/>
        </a:p>
      </dsp:txBody>
      <dsp:txXfrm>
        <a:off x="5767678" y="1654335"/>
        <a:ext cx="341912" cy="342832"/>
      </dsp:txXfrm>
    </dsp:sp>
    <dsp:sp modelId="{0D4CBCD1-BA32-104C-8AD5-0EEF4BD4040D}">
      <dsp:nvSpPr>
        <dsp:cNvPr id="0" name=""/>
        <dsp:cNvSpPr/>
      </dsp:nvSpPr>
      <dsp:spPr>
        <a:xfrm>
          <a:off x="6458874" y="1134555"/>
          <a:ext cx="2303987" cy="138239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300" b="0" kern="1200" baseline="0"/>
            <a:t>- Potem </a:t>
          </a:r>
          <a:r>
            <a:rPr lang="pl-PL" sz="2300" b="1" kern="1200" baseline="0"/>
            <a:t>run anyware </a:t>
          </a:r>
          <a:endParaRPr lang="pl-PL" sz="2300" kern="1200"/>
        </a:p>
      </dsp:txBody>
      <dsp:txXfrm>
        <a:off x="6499363" y="1175044"/>
        <a:ext cx="2223009" cy="130141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1T11:49:12.1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1050 95 24575,'-11'-8'0,"-1"-3"0,-4 2 0,3-2 0,2 3 0,0 3 0,2-2 0,-3 3 0,1-4 0,2 0 0,-2 4 0,6-3 0,-2 6 0,3-3 0,-4 4 0,0 0 0,-10 0 0,4 0 0,-14 0 0,-7 0 0,-10 0 0,-11 0 0,12 0 0,9 0 0,16 0 0,8 0 0,-1 0 0,-6 0 0,4 0 0,-7 0 0,8 4 0,-3-4 0,1 4 0,6-1 0,-2-2 0,7 3 0,-4-4 0,0 0 0,0 0 0,0 0 0,4 3 0,-3-2 0,2 2 0,-2 1 0,-5-3 0,3 6 0,-6-3 0,-26 15 0,18-9 0,-23 9 0,31-11 0,-1 0 0,3 0 0,-1-1 0,1 1 0,4 0 0,-1-4 0,6 3 0,-1-3 0,-2 1 0,3 5 0,-1-5 0,-2 3 0,6-1 0,-2-3 0,-1 4 0,3 0 0,-2 0 0,3 0 0,-4-1 0,4 1 0,-4 0 0,1 0 0,2-1 0,-3 1 0,4 0 0,-3-4 0,2 3 0,-3-3 0,1 4 0,2 0 0,-6 0 0,2 0 0,1-1 0,-3 5 0,6-4 0,-6 4 0,6-5 0,-6-2 0,6 2 0,-6-3 0,3 4 0,-1 0 0,-2-1 0,3 5 0,-4-4 0,4 7 0,0-6 0,1 2 0,2-3 0,-3 3 0,4-2 0,0 2 0,0-3 0,0 0 0,0-1 0,0 1 0,0 0 0,0 0 0,0-1 0,4 1 0,-3 0 0,6 0 0,-7 0 0,7-1 0,-6 1 0,3 0 0,-1 0 0,-2-1 0,6 5 0,-3 0 0,4 0 0,0 3 0,-4-6 0,3 2 0,-3-3 0,1-1 0,2 1 0,-7 0 0,7 3 0,-6 1 0,6 1 0,-6-2 0,2-3 0,-3-1 0,0 1 0,4 0 0,-3 0 0,2 0 0,-3 3 0,0 1 0,0 4 0,0-4 0,0 3 0,4-7 0,-4 4 0,7-5 0,-6 1 0,6 0 0,-6 3 0,2-2 0,1 2 0,0-3 0,1 3 0,5-2 0,-4 12 0,9-7 0,-2 8 0,3-7 0,0 1 0,-1-4 0,7 5 0,2-2 0,6 0 0,-7-1 0,6-5 0,-15-4 0,7-1 0,-16 0 0,5-4 0,-5 4 0,2-4 0,1 0 0,0 0 0,3 0 0,1 3 0,4 2 0,6-1 0,2 4 0,-1-7 0,-1 7 0,0-7 0,-4 2 0,10-3 0,-5 5 0,1-4 0,4 3 0,-10-4 0,4 0 0,-7 0 0,-3 0 0,0 0 0,-4 0 0,-4-3 0,6-2 0,-5-3 0,7 0 0,-4 4 0,-1-3 0,1 3 0,0-8 0,0 3 0,-1-6 0,1 7 0,0-7 0,0 6 0,0-3 0,-1 5 0,1-1 0,0-4 0,0 3 0,-1-2 0,1 3 0,0 0 0,0 0 0,0 0 0,-1 0 0,1 4 0,0-3 0,0 3 0,-1-1 0,1-2 0,0 3 0,0-4 0,3 0 0,-2 0 0,2 0 0,-3 0 0,0 0 0,-1 0 0,1-3 0,0-1 0,3-4 0,-6 0 0,6 0 0,-7 4 0,0-3 0,3 6 0,-6-2 0,3 3 0,-4 0 0,0 0 0,3-3 0,-2 2 0,2-6 0,1 3 0,-3-1 0,2-8 0,1 7 0,-3-8 0,2 0 0,0 4 0,-2-10 0,3 11 0,-4-6 0,3 8 0,-2-1 0,3 0 0,-4 0 0,0 0 0,0 1 0,0-1 0,0 3 0,0 2 0,0 3 0,0 0 0,0 0 0,0-3 0,-4 2 0,0-2 0,-1 3 0,-2 0 0,3 0 0,-1 0 0,-2-3 0,3 2 0,-4-3 0,4 4 0,-3 4 0,6-3 0,-6 6 0,2-6 0,-3-1 0,1 3 0,2-6 0,-2 10 0,6-6 0,-6 3 0,6-4 0,-6-3 0,6 2 0,-2-3 0,-1 5 0,4-1 0,-4 0 0,4 0 0,-4 0 0,4 0 0,-4 0 0,4 0 0,-3 0 0,2 0 0,-6 0 0,2 1 0,1-1 0,-3 0 0,6 3 0,-3 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1T11:47:25.1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388 47 24575,'77'0'0,"0"0"0,1 0 0,3 0 0,7 0 0,-3 0 0,-14 0 0,-14 0 0,0 0-1933,23 2 0,11 2 0,-8-1 1933,-11-2 0,-4 0 0,1 4 0,4 0-90,-4-2 0,5 1 1,-8-2 89,-11-1 0,1 1 0,15 1 0,9 1 0,-7-2 0,-12-2 0,0 0 0,14 3 0,9 1 0,-8-1 0,-12-2 0,-3 0 0,26 4 0,3 0 0,1-4 0,-4-2-396,-20 1 1,2 0 395,12 0 0,9 0 0,-11 0 0,-15 0 0,-2 0 0,24 0 0,2 0-480,-15 0 0,-4 0 480,-14 0 0,-2 0 0,11 0 0,0 0 0,-11 0 0,-4 0 0,16 0 929,-15 0 1,2 0-930,18 0 0,-2 0 0,3 0 0,26 7 0,-25-6 0,7 0 0,11 7 0,-1 1 0,-25-4 0,0 0 276,28 0 1,-6 1-277,-4 9 0,-15-14 2307,24 14-2307,-38-13 0,23 11 0,1 1 0,0 2-956,15 1 0,6 1 956,-30-7 0,1-1 0,-3-2 0,5-1 0,-5 0-431,4 2 1,-3-1 430,-2-7 0,4 0 0,-4 5 0,5 1 0,-5-2 0,-1-3 0,0-1 0,32 8 0,-3 0 0,3-7 227,-15 6-227,-13-8 28,-24 0-28,-3 0 3104,-11 0-3104,35-8 0,-2 6 0,8-6 1627,-5 1-1627,-34 6 887,21-12-887,-20 12 0,9-10 0,-13 10 0,16-4 0,-11 5 0,4 0 0,-9 0 0,6-6 0,9 5 0,0-6 0,-2 7 0,-1 0 0,-14 0 0,13 0 0,-17 0 0,7 0 0,0 0 0,0 0 0,11 0 0,3-6 0,1 5 0,-4-6 0,-17 7 0,-6 0 0,-3 0 0,-6 0 0,2 0 0,0 0 0,-2 0 0,12 0 0,-7 4 0,14-3 0,-4 6 0,19 3 0,-16 0 0,8 0 0,-19-3 0,-4-6 0,9 7 0,-7-7 0,8 7 0,0-7 0,-5 6 0,11-7 0,-10 7 0,0-6 0,-3 6 0,-3-3 0,4 1 0,-4 2 0,3-3 0,-7 0 0,4 3 0,-4-6 0,-4 6 0,-1-3 0,-3 8 0,0 6 0,0 6 0,0 6 0,-4-1 0,-1-5 0,-4-2 0,5-6 0,-3-4 0,6-1 0,-2-3 0,-1 0 0,3 0 0,-6 3 0,3 1 0,-4 4 0,-6 6 0,2-5 0,-18 17 0,10-10 0,-15 7 0,16-8 0,-3-6 0,6-5 0,4 0 0,-3-4 0,10-1 0,-6-2 0,7-2 0,-1 1 0,-2-4 0,3 4 0,-4-4 0,-3 0 0,-2 0 0,-9 4 0,-2-3 0,-6 4 0,-34 3 0,25-6 0,-25 10 0,11-4 0,17-1 0,-11 3 0,19-4 0,-7-2 0,8 4 0,-3-7 0,15 2 0,-15 3 0,3-4 0,-8 8 0,13-9 0,6 5 0,-29 10 0,15-9 0,-23 12 0,-11-10 0,25-3 0,-19 2 0,30-8 0,-19 0 0,17 0 0,-21 0 0,34 0 0,-12 0 0,-6 0 0,2 5 0,-20-4 0,-16 9 0,7-2 0,-19 0 0,13-2 0,10 0 0,-10-4 0,12 4 0,0-6 0,-11 0 0,20 0 0,-43 0 0,51 0 0,-39 0 0,45 0 0,-20 0 0,20 0 0,-33 0 0,30 0 0,-19 0 0,25 4 0,6-3 0,-4 4 0,4-1 0,-18-3 0,-4 8 0,-10-8 0,10 8 0,10-8 0,8 8 0,4-8 0,-6 8 0,0-8 0,6 7 0,2-7 0,6 2 0,-6-3 0,5 0 0,-5 0 0,6 0 0,0 4 0,-6-4 0,5 4 0,-23-4 0,13 4 0,-26-3 0,9 4 0,-24-5 0,-2 7 0,-12-5 0,0 5 0,1 0 0,10-5 0,4 5 0,22-7 0,4 0 0,17 0 0,-4 0 0,10 0 0,-10 0 0,10 0 0,-4 0 0,0 0 0,-2 0 0,-17 0 0,-15 0 0,-14 0 0,18 0 0,-1 0 0,-35 0 0,29 0 0,2 0 0,-16 0 0,-6 0 0,23 0 0,12 0 0,2 0 0,12 0 0,6 0 0,-4-4 0,4 3 0,-17-4 0,-4 5 0,-22 0 0,-3 0 0,-12 0 0,11 0 0,-7 0 0,19-6 0,-9 4 0,12-4 0,18 6 0,-2 0 0,17 0 0,-1 0 0,-5 0 0,16 0 0,-9 0 0,14 0 0,-7-3 0,2 2 0,-3-6 0,4 6 0,-3-6 0,6 6 0,-2-6 0,0 6 0,-31-17 0,12 14 0,-16-10 0,24 10 0,-24 3 0,17-2 0,-18 3 0,-4 0 0,21-5 0,-23 4 0,30-3 0,-40 4 0,30 0 0,-25-4 0,36 3 0,6-2 0,-17 3 0,12-4 0,-12 4 0,17-4 0,0 4 0,-6 0 0,8 0 0,-7 0 0,2 0 0,2 0 0,-5 0 0,-8 0 0,11 0 0,-16 0 0,-23 0 0,25-3 0,-30 2 0,40-3 0,-7 0 0,-7 3 0,5-4 0,-5 5 0,7-4 0,0 2 0,-12-2 0,9 4 0,-20 0 0,-5 0 0,11 0 0,-20 0 0,34 0 0,-54 0 0,52 0 0,-34 0 0,47 0 0,8 0 0,-7 0 0,9 0 0,-1-4 0,2 4 0,3-4 0,0 4 0,0 0 0,0 0 0,0 0 0,0 0 0,1-3 0,-5 2 0,0-3 0,-4 1 0,0 2 0,0-6 0,4 6 0,-3-6 0,3 6 0,-4-3 0,0 1 0,-6 2 0,8-2 0,-7 3 0,9 0 0,-1-4 0,-2 3 0,3-6 0,-4 6 0,0-6 0,-6 2 0,5-3 0,-12-2 0,12 2 0,-11 2 0,10-1 0,0 6 0,3-6 0,-4 2 0,-5 0 0,1-3 0,4 8 0,7-4 0,5 4 0,-1 0 0,3-3 0,-2 2 0,-1-6 0,-45-18 0,21 11 0,-26-11 0,36 17 0,-12 1 0,14-2 0,-10 2 0,18 0 0,4 6 0,4-6 0,-3 6 0,6-6 0,-6 3 0,6-4 0,-6 0 0,3 0 0,-4 0 0,3 0 0,-2-3 0,-12-13 0,7 5 0,-11-8 0,12 11 0,2 0 0,-6 4 0,3-3 0,-1 6 0,2-2 0,-1 3 0,4 0 0,-4 0 0,4 4 0,4-4 0,-3 8 0,6-7 0,-6 2 0,6-3 0,-6 0 0,6 0 0,-6-3 0,6 2 0,-2-2 0,-1 3 0,3 0 0,-2 0 0,3 0 0,-4-3 0,3 2 0,-2-6 0,3 6 0,0-2 0,0 3 0,0 0 0,0 0 0,3 4 0,-2-3 0,6 6 0,-6-6 0,6 6 0,-6-6 0,6 2 0,-3-3 0,4 1 0,0-1 0,-1 0 0,-2 0 0,2 0 0,-3 0 0,4 0 0,-4 0 0,3 4 0,-6-3 0,6 6 0,-3-6 0,4 6 0,0-6 0,3 3 0,1-1 0,4-2 0,-1 6 0,-2-6 0,1 6 0,-5-6 0,2 6 0,-3-6 0,3 7 0,2-8 0,-1 8 0,-1-7 0,-3 6 0,0-3 0,-4 1 0,3 2 0,-6-6 0,6 6 0,-3-10 0,7 6 0,-2-6 0,2 3 0,-3 0 0,0 0 0,-4 0 0,-1 0 0,-3 0 0,0 0 0,0 0 0,0 0 0,4 1 0,-3-5 0,2 3 0,1-2 0,-3 3 0,5 4 0,-5-3 0,6 6 0,-2-6 0,2 6 0,1-6 0,0 6 0,0-6 0,3 2 0,-2-2 0,2 2 0,-3-2 0,-4 6 0,-1-2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1T11:47:38.8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7503 60 24575,'-16'0'0,"0"0"0,4 0 0,-9 0 0,-47 0 0,14 0 0,2 0 0,1 0 0,10 0 0,-34 0 0,34 0 0,-8 0 0,-3 0 0,14 0 0,0 0 0,-14-6 0,36 4 0,-23-8 0,25 9 0,-15-4 0,15 5 0,-13 0 0,13 0 0,-26 0 0,20 0 0,-14 0 0,-11 0 0,22 0 0,-52 0 0,45 0 0,-46 0 0,46 0 0,-15 0 0,11 0 0,14 0 0,-14 0 0,18 0 0,-24 0 0,21 0 0,-21 0 0,31 0 0,-23 0 0,18-3 0,-18 2 0,19-3 0,1 4 0,-3 0 0,-11-4 0,11 3 0,-10-4 0,14 5 0,2 0 0,-3 0 0,1 0 0,-8 0 0,2 0 0,-5 0 0,10 0 0,0 0 0,4 0 0,0 0 0,-3 0 0,-1 0 0,-4 0 0,0 0 0,-7 0 0,5 0 0,-4 0 0,9 0 0,-2 0 0,7 0 0,-7 0 0,2 0 0,1 0 0,-3 0 0,3 0 0,-1 0 0,-1 0 0,5 0 0,-3 0 0,1-3 0,2 2 0,-6-3 0,3 4 0,0 0 0,-3 0 0,2 0 0,-3 0 0,1 0 0,-1 0 0,0 0 0,0 0 0,0 0 0,1 0 0,2 0 0,-2 4 0,7-3 0,-4 2 0,1-3 0,2 0 0,-6 0 0,3 0 0,-4 0 0,4 0 0,-3 0 0,6 0 0,-6 0 0,3 0 0,-1 0 0,-2 0 0,6 0 0,-5 0 0,1 0 0,1 0 0,-3 0 0,3 0 0,-4 0 0,0 0 0,0 0 0,0 0 0,1 0 0,-8 0 0,6 0 0,-5 0 0,0 0 0,-2 0 0,-6 0 0,6 0 0,-4 0 0,4 0 0,0 0 0,-4 0 0,11 0 0,-12-4 0,5 2 0,-6-2 0,0 4 0,7 0 0,-6 0 0,5 0 0,1 0 0,-6 0 0,12 0 0,-5 0 0,9 0 0,2 0 0,3 0 0,0-4 0,0 4 0,-9-4 0,3 4 0,-15 0 0,5 0 0,-6 0 0,0 0 0,0 0 0,0 0 0,0 0 0,-11 0 0,14 0 0,-13 0 0,16 0 0,-6 0 0,0 0 0,7 0 0,1 0 0,6 0 0,0 0 0,0 0 0,4 0 0,-3 0 0,3 0 0,-4 0 0,0 3 0,0-2 0,-6 3 0,-13 2 0,2-4 0,-20 4 0,8-6 0,-11 0 0,1 0 0,-1 0 0,11 0 0,-8 0 0,20 0 0,-8 0 0,11 0 0,-12 0 0,-2 0 0,-24 0 0,-2 0 0,-12 0 0,0 0 0,1 0 0,-1 0 0,12 0 0,-9 0 0,-3 0 0,-3 0 0,4 0 0,25 0 0,20 0 0,18 0 0,3 0 0,6 0 0,-12 0 0,-11 0 0,-12 6 0,-35-4 0,-6 12 0,27-9 0,-3 0 0,-5 0 0,-2 0 0,1 0 0,-2-1 0,-10-4 0,1 0 0,14 0 0,3 0 0,0 0 0,2 0 0,6 0 0,1 0 0,-32 0 0,-9 0 0,22 0 0,15 0 0,3 0 0,30 0 0,-6 0 0,21 0 0,0 0 0,0 0 0,0 0 0,-3 0 0,-1 0 0,-4 0 0,0 0 0,0 0 0,0 0 0,1 0 0,2 0 0,-2 0 0,7 0 0,-4 0 0,4 0 0,0 0 0,0 0 0,0 0 0,1 0 0,-1 0 0,0 3 0,0-2 0,-4 2 0,4-3 0,-4 0 0,1 0 0,2 0 0,1 4 0,1-3 0,3 6 0,-4-3 0,0 4 0,0-1 0,0-2 0,0 2 0,0-3 0,0 4 0,0-4 0,4 3 0,-3-6 0,3 6 0,-4-6 0,0 6 0,0-3 0,-4 0 0,4 3 0,0-3 0,1 1 0,2 2 0,1-3 0,-3 4 0,6 0 0,-3-1 0,4 1 0,0 0 0,0 3 0,0 8 0,0-2 0,0 11 0,0-4 0,0-4 0,0 1 0,0-12 0,0 2 0,0-3 0,0 0 0,0-1 0,0 1 0,0 3 0,0-2 0,0 2 0,4-3 0,-3 0 0,6 0 0,-6-1 0,2 1 0,0-3 0,-2 1 0,6-5 0,-2 6 0,2-2 0,1 2 0,0 1 0,0 3 0,-1-2 0,1 2 0,3-3 0,-2 0 0,6 0 0,-6-1 0,2 1 0,-3 0 0,3 0 0,-2 0 0,2-1 0,-3 1 0,-1-4 0,5 3 0,0-2 0,4 2 0,-1-2 0,1 2 0,0-6 0,6 6 0,1-6 0,7 8 0,0-8 0,23 4 0,17-5 0,26 0 0,-42 0 0,-1 0 0,43-7 0,-3 5 0,-11-6 0,-23 8 0,-13 0 0,-17 0 0,-12 0 0,5 4 0,0-3 0,-5 2 0,23-3 0,-14 0 0,27 0 0,-8 0 0,22 0 0,15 0 0,13 0 0,-41 0 0,0 0 0,0 0 0,-1 0 0,1 4 0,0 0 0,42-2 0,-15 6 0,-13-8 0,-24 0 0,-3 0 0,-17 0 0,4 0 0,7 0 0,21 0 0,14 0 0,12 0 0,-12 0 0,9-7 0,-21 5 0,21-5 0,-9 7 0,12-8 0,11 7 0,-8-7 0,8 8 0,-23 0 0,-3 0 0,-23 0 0,-9 0 0,-13 4 0,0-3 0,14 2 0,31 5 0,6-6 0,20 13 0,-11-13 0,-1 12 0,-11-6 0,-2 1 0,-13 4 0,-10-12 0,-4 10 0,-11-10 0,0 3 0,0-4 0,0 0 0,0 0 0,-1 0 0,1 5 0,12-4 0,-16 3 0,14-4 0,-23 0 0,12 0 0,-6 0 0,7 0 0,0 0 0,0 0 0,0 0 0,11 0 0,-8 0 0,20 0 0,-9 0 0,0 0 0,9 0 0,-20 0 0,20 0 0,-20 0 0,8 0 0,1 6 0,-10-4 0,21 10 0,-8-10 0,10 4 0,1 0 0,-12-4 0,9 4 0,-8-6 0,10 0 0,-10 4 0,7-3 0,-19 4 0,20-5 0,-20 0 0,20 0 0,-9 0 0,12 0 0,11 0 0,3 0 0,12 0 0,0 0 0,-1 0 0,1-7 0,-12 5 0,9-5 0,-32 7 0,17 0 0,-31 0 0,9 0 0,-1 0 0,-8 0 0,8 0 0,-11 0 0,11 0 0,4 0 0,-1 0 0,9 0 0,-20 0 0,8 0 0,-11 0 0,-6 0 0,15 0 0,-1 0 0,30 0 0,-10 0 0,21 0 0,-20 0 0,20 0 0,-32 0 0,6 0 0,-24 0 0,-5 0 0,16 0 0,-14 0 0,27-7 0,-8 6 0,-1-10 0,-9 6 0,-13 0 0,-6-2 0,-4 6 0,-1-2 0,-3 3 0,0-4 0,-1 3 0,1-6 0,0 6 0,3-6 0,1-1 0,1 0 0,1-4 0,-8 1 0,4-2 0,-6-2 0,1-1 0,-2-6 0,-3 4 0,0-4 0,-3 6 0,2 0 0,-6 1 0,6-1 0,-3 0 0,1 4 0,2-3 0,-3 6 0,4-2 0,-3-1 0,2 3 0,-3-2 0,4 3 0,-3 4 0,2-3 0,-6 2 0,6-3 0,-6 0 0,3 0 0,-1 0 0,-2 4 0,6-3 0,-6 3 0,3-4 0,-4 0 0,0 0 0,0 4 0,4-3 0,-3 6 0,2-6 0,-2 6 0,-1-3 0,-4 1 0,3 2 0,-12-7 0,7 7 0,-8-7 0,6 7 0,-6-7 0,8 3 0,-3 0 0,9 1 0,0 1 0,-4-2 0,0 1 0,-7-6 0,5 4 0,-1-2 0,8 1 0,-1 3 0,0-1 0,3-2 0,-2 3 0,3 0 0,-4-3 0,-3 2 0,-2-3 0,1 4 0,1-3 0,-1 3 0,3-1 0,-6 2 0,7-1 0,-4 3 0,4-2 0,0-1 0,0 3 0,1-6 0,-1 6 0,0-6 0,0 3 0,-4 0 0,4-3 0,-4 2 0,4-3 0,0 4 0,0-3 0,1 2 0,-1 1 0,3-3 0,-2 6 0,3-2 0,-8 3 0,0 0 0,-4-4 0,0 3 0,1-6 0,-1 6 0,0-2 0,4-1 0,0 3 0,4-2 0,4-1 0,-3 3 0,6-6 0,-3 3 0,1 0 0,2-3 0,-2 6 0,3-3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9B0F7D69-D93C-4C38-A23D-76E000D691CD}"/>
              </a:ext>
            </a:extLst>
          </p:cNvPr>
          <p:cNvSpPr/>
          <p:nvPr/>
        </p:nvSpPr>
        <p:spPr>
          <a:xfrm>
            <a:off x="0" y="0"/>
            <a:ext cx="3496422" cy="6858000"/>
          </a:xfrm>
          <a:custGeom>
            <a:avLst/>
            <a:gdLst>
              <a:gd name="connsiteX0" fmla="*/ 0 w 3496422"/>
              <a:gd name="connsiteY0" fmla="*/ 0 h 6858000"/>
              <a:gd name="connsiteX1" fmla="*/ 1873399 w 3496422"/>
              <a:gd name="connsiteY1" fmla="*/ 0 h 6858000"/>
              <a:gd name="connsiteX2" fmla="*/ 1895523 w 3496422"/>
              <a:gd name="connsiteY2" fmla="*/ 14997 h 6858000"/>
              <a:gd name="connsiteX3" fmla="*/ 3496422 w 3496422"/>
              <a:gd name="connsiteY3" fmla="*/ 3621656 h 6858000"/>
              <a:gd name="connsiteX4" fmla="*/ 1622072 w 3496422"/>
              <a:gd name="connsiteY4" fmla="*/ 6374814 h 6858000"/>
              <a:gd name="connsiteX5" fmla="*/ 1105424 w 3496422"/>
              <a:gd name="connsiteY5" fmla="*/ 6780599 h 6858000"/>
              <a:gd name="connsiteX6" fmla="*/ 993668 w 3496422"/>
              <a:gd name="connsiteY6" fmla="*/ 6858000 h 6858000"/>
              <a:gd name="connsiteX7" fmla="*/ 0 w 3496422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654295" y="1346268"/>
            <a:ext cx="7060135" cy="3285207"/>
          </a:xfrm>
        </p:spPr>
        <p:txBody>
          <a:bodyPr anchor="b">
            <a:noAutofit/>
          </a:bodyPr>
          <a:lstStyle>
            <a:lvl1pPr algn="l">
              <a:lnSpc>
                <a:spcPct val="120000"/>
              </a:lnSpc>
              <a:defRPr sz="540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662312" y="4631475"/>
            <a:ext cx="7052117" cy="1150200"/>
          </a:xfrm>
        </p:spPr>
        <p:txBody>
          <a:bodyPr lIns="109728" tIns="109728" rIns="109728" bIns="91440" anchor="t">
            <a:normAutofit/>
          </a:bodyPr>
          <a:lstStyle>
            <a:lvl1pPr marL="0" indent="0" algn="l">
              <a:lnSpc>
                <a:spcPct val="130000"/>
              </a:lnSpc>
              <a:buNone/>
              <a:defRPr sz="240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123E5C65-E22A-4865-9449-10140D62B6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654295" y="617415"/>
            <a:ext cx="7123723" cy="457200"/>
          </a:xfrm>
        </p:spPr>
        <p:txBody>
          <a:bodyPr/>
          <a:lstStyle>
            <a:lvl1pPr algn="l">
              <a:defRPr/>
            </a:lvl1pPr>
          </a:lstStyle>
          <a:p>
            <a:fld id="{12241623-A064-4BED-B073-BA4D61433402}" type="datetime1">
              <a:rPr lang="en-US" smtClean="0"/>
              <a:t>3/11/26</a:t>
            </a:fld>
            <a:endParaRPr lang="en-US" dirty="0"/>
          </a:p>
        </p:txBody>
      </p:sp>
      <p:sp>
        <p:nvSpPr>
          <p:cNvPr id="24" name="Footer Placeholder 23">
            <a:extLst>
              <a:ext uri="{FF2B5EF4-FFF2-40B4-BE49-F238E27FC236}">
                <a16:creationId xmlns:a16="http://schemas.microsoft.com/office/drawing/2014/main" id="{EF9C3DE0-E7F5-4B4D-B5AF-CDE724CE7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54295" y="6170490"/>
            <a:ext cx="5588349" cy="4572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48C1E146-840A-4217-B63E-62E5CF890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5600" y="6170490"/>
            <a:ext cx="1198829" cy="457200"/>
          </a:xfrm>
        </p:spPr>
        <p:txBody>
          <a:bodyPr/>
          <a:lstStyle>
            <a:lvl1pPr algn="r">
              <a:defRPr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D419D4-EA9D-42D9-BF62-B07F0B7B672B}"/>
              </a:ext>
            </a:extLst>
          </p:cNvPr>
          <p:cNvSpPr/>
          <p:nvPr/>
        </p:nvSpPr>
        <p:spPr>
          <a:xfrm>
            <a:off x="1375409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C6FEC9B-9608-4181-A9E5-A1B80E72021C}"/>
              </a:ext>
            </a:extLst>
          </p:cNvPr>
          <p:cNvSpPr/>
          <p:nvPr/>
        </p:nvSpPr>
        <p:spPr>
          <a:xfrm>
            <a:off x="1155402" y="0"/>
            <a:ext cx="2536434" cy="6858000"/>
          </a:xfrm>
          <a:custGeom>
            <a:avLst/>
            <a:gdLst>
              <a:gd name="connsiteX0" fmla="*/ 879731 w 2536434"/>
              <a:gd name="connsiteY0" fmla="*/ 0 h 6858000"/>
              <a:gd name="connsiteX1" fmla="*/ 913411 w 2536434"/>
              <a:gd name="connsiteY1" fmla="*/ 0 h 6858000"/>
              <a:gd name="connsiteX2" fmla="*/ 935535 w 2536434"/>
              <a:gd name="connsiteY2" fmla="*/ 14997 h 6858000"/>
              <a:gd name="connsiteX3" fmla="*/ 2536434 w 2536434"/>
              <a:gd name="connsiteY3" fmla="*/ 3621656 h 6858000"/>
              <a:gd name="connsiteX4" fmla="*/ 662084 w 2536434"/>
              <a:gd name="connsiteY4" fmla="*/ 6374814 h 6858000"/>
              <a:gd name="connsiteX5" fmla="*/ 145436 w 2536434"/>
              <a:gd name="connsiteY5" fmla="*/ 6780599 h 6858000"/>
              <a:gd name="connsiteX6" fmla="*/ 33680 w 2536434"/>
              <a:gd name="connsiteY6" fmla="*/ 6858000 h 6858000"/>
              <a:gd name="connsiteX7" fmla="*/ 0 w 2536434"/>
              <a:gd name="connsiteY7" fmla="*/ 6858000 h 6858000"/>
              <a:gd name="connsiteX8" fmla="*/ 111756 w 2536434"/>
              <a:gd name="connsiteY8" fmla="*/ 6780599 h 6858000"/>
              <a:gd name="connsiteX9" fmla="*/ 628404 w 2536434"/>
              <a:gd name="connsiteY9" fmla="*/ 6374814 h 6858000"/>
              <a:gd name="connsiteX10" fmla="*/ 2502754 w 2536434"/>
              <a:gd name="connsiteY10" fmla="*/ 3621656 h 6858000"/>
              <a:gd name="connsiteX11" fmla="*/ 901855 w 2536434"/>
              <a:gd name="connsiteY11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B1564ED-F26F-451D-97D6-A6EC3E83FD55}"/>
              </a:ext>
            </a:extLst>
          </p:cNvPr>
          <p:cNvSpPr/>
          <p:nvPr/>
        </p:nvSpPr>
        <p:spPr>
          <a:xfrm>
            <a:off x="924161" y="0"/>
            <a:ext cx="2261351" cy="6858000"/>
          </a:xfrm>
          <a:custGeom>
            <a:avLst/>
            <a:gdLst>
              <a:gd name="connsiteX0" fmla="*/ 879731 w 2521425"/>
              <a:gd name="connsiteY0" fmla="*/ 0 h 6858000"/>
              <a:gd name="connsiteX1" fmla="*/ 898402 w 2521425"/>
              <a:gd name="connsiteY1" fmla="*/ 0 h 6858000"/>
              <a:gd name="connsiteX2" fmla="*/ 920526 w 2521425"/>
              <a:gd name="connsiteY2" fmla="*/ 14997 h 6858000"/>
              <a:gd name="connsiteX3" fmla="*/ 2521425 w 2521425"/>
              <a:gd name="connsiteY3" fmla="*/ 3621656 h 6858000"/>
              <a:gd name="connsiteX4" fmla="*/ 647075 w 2521425"/>
              <a:gd name="connsiteY4" fmla="*/ 6374814 h 6858000"/>
              <a:gd name="connsiteX5" fmla="*/ 130427 w 2521425"/>
              <a:gd name="connsiteY5" fmla="*/ 6780599 h 6858000"/>
              <a:gd name="connsiteX6" fmla="*/ 18671 w 2521425"/>
              <a:gd name="connsiteY6" fmla="*/ 6858000 h 6858000"/>
              <a:gd name="connsiteX7" fmla="*/ 0 w 2521425"/>
              <a:gd name="connsiteY7" fmla="*/ 6858000 h 6858000"/>
              <a:gd name="connsiteX8" fmla="*/ 111756 w 2521425"/>
              <a:gd name="connsiteY8" fmla="*/ 6780599 h 6858000"/>
              <a:gd name="connsiteX9" fmla="*/ 628404 w 2521425"/>
              <a:gd name="connsiteY9" fmla="*/ 6374814 h 6858000"/>
              <a:gd name="connsiteX10" fmla="*/ 2502754 w 2521425"/>
              <a:gd name="connsiteY10" fmla="*/ 3621656 h 6858000"/>
              <a:gd name="connsiteX11" fmla="*/ 901855 w 2521425"/>
              <a:gd name="connsiteY11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2504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923EF53-7767-4C94-BEF6-D45292794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3E5F3-28EE-488F-BD53-B744C06C3DEC}" type="datetime1">
              <a:rPr lang="en-US" smtClean="0"/>
              <a:t>3/11/26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ACF12700-F905-4CFA-970C-C81E05A64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DA1B1EE2-BCA3-432B-A32D-B04C7F1DD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6611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B84A89F5-6982-40AE-8108-88B93E85C8FF}"/>
              </a:ext>
            </a:extLst>
          </p:cNvPr>
          <p:cNvGrpSpPr/>
          <p:nvPr/>
        </p:nvGrpSpPr>
        <p:grpSpPr>
          <a:xfrm>
            <a:off x="3124577" y="0"/>
            <a:ext cx="4389519" cy="2916937"/>
            <a:chOff x="3124577" y="0"/>
            <a:chExt cx="4389519" cy="2916937"/>
          </a:xfrm>
        </p:grpSpPr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B80BED93-E30B-4492-A268-84C33CA4F067}"/>
                </a:ext>
              </a:extLst>
            </p:cNvPr>
            <p:cNvSpPr/>
            <p:nvPr/>
          </p:nvSpPr>
          <p:spPr>
            <a:xfrm>
              <a:off x="3320637" y="0"/>
              <a:ext cx="4013331" cy="2742133"/>
            </a:xfrm>
            <a:custGeom>
              <a:avLst/>
              <a:gdLst>
                <a:gd name="connsiteX0" fmla="*/ 294151 w 4013331"/>
                <a:gd name="connsiteY0" fmla="*/ 0 h 2742133"/>
                <a:gd name="connsiteX1" fmla="*/ 3844057 w 4013331"/>
                <a:gd name="connsiteY1" fmla="*/ 0 h 2742133"/>
                <a:gd name="connsiteX2" fmla="*/ 3892490 w 4013331"/>
                <a:gd name="connsiteY2" fmla="*/ 131440 h 2742133"/>
                <a:gd name="connsiteX3" fmla="*/ 4013331 w 4013331"/>
                <a:gd name="connsiteY3" fmla="*/ 941251 h 2742133"/>
                <a:gd name="connsiteX4" fmla="*/ 3804827 w 4013331"/>
                <a:gd name="connsiteY4" fmla="*/ 1540292 h 2742133"/>
                <a:gd name="connsiteX5" fmla="*/ 3187498 w 4013331"/>
                <a:gd name="connsiteY5" fmla="*/ 2098087 h 2742133"/>
                <a:gd name="connsiteX6" fmla="*/ 3051769 w 4013331"/>
                <a:gd name="connsiteY6" fmla="*/ 2204787 h 2742133"/>
                <a:gd name="connsiteX7" fmla="*/ 1936476 w 4013331"/>
                <a:gd name="connsiteY7" fmla="*/ 2742133 h 2742133"/>
                <a:gd name="connsiteX8" fmla="*/ 467303 w 4013331"/>
                <a:gd name="connsiteY8" fmla="*/ 1868695 h 2742133"/>
                <a:gd name="connsiteX9" fmla="*/ 310732 w 4013331"/>
                <a:gd name="connsiteY9" fmla="*/ 1645244 h 2742133"/>
                <a:gd name="connsiteX10" fmla="*/ 0 w 4013331"/>
                <a:gd name="connsiteY10" fmla="*/ 941251 h 2742133"/>
                <a:gd name="connsiteX11" fmla="*/ 187749 w 4013331"/>
                <a:gd name="connsiteY11" fmla="*/ 183076 h 2742133"/>
                <a:gd name="connsiteX12" fmla="*/ 288888 w 4013331"/>
                <a:gd name="connsiteY12" fmla="*/ 7329 h 2742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013331" h="2742133">
                  <a:moveTo>
                    <a:pt x="294151" y="0"/>
                  </a:moveTo>
                  <a:lnTo>
                    <a:pt x="3844057" y="0"/>
                  </a:lnTo>
                  <a:lnTo>
                    <a:pt x="3892490" y="131440"/>
                  </a:lnTo>
                  <a:cubicBezTo>
                    <a:pt x="3971777" y="378867"/>
                    <a:pt x="4013331" y="652783"/>
                    <a:pt x="4013331" y="941251"/>
                  </a:cubicBezTo>
                  <a:cubicBezTo>
                    <a:pt x="4013331" y="1171430"/>
                    <a:pt x="3948997" y="1356167"/>
                    <a:pt x="3804827" y="1540292"/>
                  </a:cubicBezTo>
                  <a:cubicBezTo>
                    <a:pt x="3654026" y="1732895"/>
                    <a:pt x="3427436" y="1910292"/>
                    <a:pt x="3187498" y="2098087"/>
                  </a:cubicBezTo>
                  <a:cubicBezTo>
                    <a:pt x="3143231" y="2132693"/>
                    <a:pt x="3097499" y="2168522"/>
                    <a:pt x="3051769" y="2204787"/>
                  </a:cubicBezTo>
                  <a:cubicBezTo>
                    <a:pt x="2642425" y="2529345"/>
                    <a:pt x="2343664" y="2742133"/>
                    <a:pt x="1936476" y="2742133"/>
                  </a:cubicBezTo>
                  <a:cubicBezTo>
                    <a:pt x="1316045" y="2742133"/>
                    <a:pt x="876647" y="2480932"/>
                    <a:pt x="467303" y="1868695"/>
                  </a:cubicBezTo>
                  <a:cubicBezTo>
                    <a:pt x="413736" y="1788559"/>
                    <a:pt x="361372" y="1715679"/>
                    <a:pt x="310732" y="1645244"/>
                  </a:cubicBezTo>
                  <a:cubicBezTo>
                    <a:pt x="100850" y="1353195"/>
                    <a:pt x="0" y="1201315"/>
                    <a:pt x="0" y="941251"/>
                  </a:cubicBezTo>
                  <a:cubicBezTo>
                    <a:pt x="0" y="683021"/>
                    <a:pt x="63214" y="427935"/>
                    <a:pt x="187749" y="183076"/>
                  </a:cubicBezTo>
                  <a:cubicBezTo>
                    <a:pt x="218215" y="123194"/>
                    <a:pt x="251953" y="64578"/>
                    <a:pt x="288888" y="7329"/>
                  </a:cubicBez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965F60C1-CD8B-4326-9B24-3D197CF382A6}"/>
                </a:ext>
              </a:extLst>
            </p:cNvPr>
            <p:cNvSpPr/>
            <p:nvPr/>
          </p:nvSpPr>
          <p:spPr>
            <a:xfrm>
              <a:off x="3566319" y="0"/>
              <a:ext cx="3401415" cy="2440484"/>
            </a:xfrm>
            <a:custGeom>
              <a:avLst/>
              <a:gdLst>
                <a:gd name="connsiteX0" fmla="*/ 332917 w 3401415"/>
                <a:gd name="connsiteY0" fmla="*/ 0 h 2440484"/>
                <a:gd name="connsiteX1" fmla="*/ 3207137 w 3401415"/>
                <a:gd name="connsiteY1" fmla="*/ 0 h 2440484"/>
                <a:gd name="connsiteX2" fmla="*/ 3242654 w 3401415"/>
                <a:gd name="connsiteY2" fmla="*/ 74937 h 2440484"/>
                <a:gd name="connsiteX3" fmla="*/ 3401415 w 3401415"/>
                <a:gd name="connsiteY3" fmla="*/ 914184 h 2440484"/>
                <a:gd name="connsiteX4" fmla="*/ 3224702 w 3401415"/>
                <a:gd name="connsiteY4" fmla="*/ 1421888 h 2440484"/>
                <a:gd name="connsiteX5" fmla="*/ 2701498 w 3401415"/>
                <a:gd name="connsiteY5" fmla="*/ 1894635 h 2440484"/>
                <a:gd name="connsiteX6" fmla="*/ 2586463 w 3401415"/>
                <a:gd name="connsiteY6" fmla="*/ 1985068 h 2440484"/>
                <a:gd name="connsiteX7" fmla="*/ 1641219 w 3401415"/>
                <a:gd name="connsiteY7" fmla="*/ 2440484 h 2440484"/>
                <a:gd name="connsiteX8" fmla="*/ 396053 w 3401415"/>
                <a:gd name="connsiteY8" fmla="*/ 1700219 h 2440484"/>
                <a:gd name="connsiteX9" fmla="*/ 263354 w 3401415"/>
                <a:gd name="connsiteY9" fmla="*/ 1510839 h 2440484"/>
                <a:gd name="connsiteX10" fmla="*/ 0 w 3401415"/>
                <a:gd name="connsiteY10" fmla="*/ 914184 h 2440484"/>
                <a:gd name="connsiteX11" fmla="*/ 159122 w 3401415"/>
                <a:gd name="connsiteY11" fmla="*/ 271610 h 2440484"/>
                <a:gd name="connsiteX12" fmla="*/ 244841 w 3401415"/>
                <a:gd name="connsiteY12" fmla="*/ 122658 h 244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401415" h="2440484">
                  <a:moveTo>
                    <a:pt x="332917" y="0"/>
                  </a:moveTo>
                  <a:lnTo>
                    <a:pt x="3207137" y="0"/>
                  </a:lnTo>
                  <a:lnTo>
                    <a:pt x="3242654" y="74937"/>
                  </a:lnTo>
                  <a:cubicBezTo>
                    <a:pt x="3346386" y="322243"/>
                    <a:pt x="3401415" y="608579"/>
                    <a:pt x="3401415" y="914184"/>
                  </a:cubicBezTo>
                  <a:cubicBezTo>
                    <a:pt x="3401415" y="1109268"/>
                    <a:pt x="3346890" y="1265837"/>
                    <a:pt x="3224702" y="1421888"/>
                  </a:cubicBezTo>
                  <a:cubicBezTo>
                    <a:pt x="3096894" y="1585125"/>
                    <a:pt x="2904852" y="1735475"/>
                    <a:pt x="2701498" y="1894635"/>
                  </a:cubicBezTo>
                  <a:cubicBezTo>
                    <a:pt x="2663980" y="1923966"/>
                    <a:pt x="2625221" y="1954332"/>
                    <a:pt x="2586463" y="1985068"/>
                  </a:cubicBezTo>
                  <a:cubicBezTo>
                    <a:pt x="2239532" y="2260140"/>
                    <a:pt x="1986324" y="2440484"/>
                    <a:pt x="1641219" y="2440484"/>
                  </a:cubicBezTo>
                  <a:cubicBezTo>
                    <a:pt x="1115386" y="2440484"/>
                    <a:pt x="742984" y="2219109"/>
                    <a:pt x="396053" y="1700219"/>
                  </a:cubicBezTo>
                  <a:cubicBezTo>
                    <a:pt x="350653" y="1632303"/>
                    <a:pt x="306273" y="1570535"/>
                    <a:pt x="263354" y="1510839"/>
                  </a:cubicBezTo>
                  <a:cubicBezTo>
                    <a:pt x="85473" y="1263318"/>
                    <a:pt x="0" y="1134597"/>
                    <a:pt x="0" y="914184"/>
                  </a:cubicBezTo>
                  <a:cubicBezTo>
                    <a:pt x="0" y="695327"/>
                    <a:pt x="53576" y="479135"/>
                    <a:pt x="159122" y="271610"/>
                  </a:cubicBezTo>
                  <a:cubicBezTo>
                    <a:pt x="184943" y="220858"/>
                    <a:pt x="213538" y="171179"/>
                    <a:pt x="244841" y="122658"/>
                  </a:cubicBezTo>
                  <a:close/>
                </a:path>
              </a:pathLst>
            </a:custGeom>
            <a:noFill/>
            <a:ln w="158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69511D06-104E-440E-8049-4CDCE4B87E96}"/>
                </a:ext>
              </a:extLst>
            </p:cNvPr>
            <p:cNvSpPr/>
            <p:nvPr/>
          </p:nvSpPr>
          <p:spPr>
            <a:xfrm>
              <a:off x="3232490" y="0"/>
              <a:ext cx="4164597" cy="2817185"/>
            </a:xfrm>
            <a:custGeom>
              <a:avLst/>
              <a:gdLst>
                <a:gd name="connsiteX0" fmla="*/ 237339 w 4130517"/>
                <a:gd name="connsiteY0" fmla="*/ 0 h 2806419"/>
                <a:gd name="connsiteX1" fmla="*/ 3997489 w 4130517"/>
                <a:gd name="connsiteY1" fmla="*/ 0 h 2806419"/>
                <a:gd name="connsiteX2" fmla="*/ 4006148 w 4130517"/>
                <a:gd name="connsiteY2" fmla="*/ 24333 h 2806419"/>
                <a:gd name="connsiteX3" fmla="*/ 4130517 w 4130517"/>
                <a:gd name="connsiteY3" fmla="*/ 887307 h 2806419"/>
                <a:gd name="connsiteX4" fmla="*/ 3915925 w 4130517"/>
                <a:gd name="connsiteY4" fmla="*/ 1525677 h 2806419"/>
                <a:gd name="connsiteX5" fmla="*/ 3280571 w 4130517"/>
                <a:gd name="connsiteY5" fmla="*/ 2120090 h 2806419"/>
                <a:gd name="connsiteX6" fmla="*/ 3140878 w 4130517"/>
                <a:gd name="connsiteY6" fmla="*/ 2233796 h 2806419"/>
                <a:gd name="connsiteX7" fmla="*/ 1993019 w 4130517"/>
                <a:gd name="connsiteY7" fmla="*/ 2806419 h 2806419"/>
                <a:gd name="connsiteX8" fmla="*/ 480948 w 4130517"/>
                <a:gd name="connsiteY8" fmla="*/ 1875638 h 2806419"/>
                <a:gd name="connsiteX9" fmla="*/ 319805 w 4130517"/>
                <a:gd name="connsiteY9" fmla="*/ 1637519 h 2806419"/>
                <a:gd name="connsiteX10" fmla="*/ 0 w 4130517"/>
                <a:gd name="connsiteY10" fmla="*/ 887307 h 2806419"/>
                <a:gd name="connsiteX11" fmla="*/ 193231 w 4130517"/>
                <a:gd name="connsiteY11" fmla="*/ 79360 h 2806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130517" h="2806419">
                  <a:moveTo>
                    <a:pt x="237339" y="0"/>
                  </a:moveTo>
                  <a:lnTo>
                    <a:pt x="3997489" y="0"/>
                  </a:lnTo>
                  <a:lnTo>
                    <a:pt x="4006148" y="24333"/>
                  </a:lnTo>
                  <a:cubicBezTo>
                    <a:pt x="4087750" y="288004"/>
                    <a:pt x="4130517" y="579903"/>
                    <a:pt x="4130517" y="887307"/>
                  </a:cubicBezTo>
                  <a:cubicBezTo>
                    <a:pt x="4130517" y="1132599"/>
                    <a:pt x="4064304" y="1329464"/>
                    <a:pt x="3915925" y="1525677"/>
                  </a:cubicBezTo>
                  <a:cubicBezTo>
                    <a:pt x="3760721" y="1730924"/>
                    <a:pt x="3527514" y="1919967"/>
                    <a:pt x="3280571" y="2120090"/>
                  </a:cubicBezTo>
                  <a:cubicBezTo>
                    <a:pt x="3235011" y="2156968"/>
                    <a:pt x="3187944" y="2195151"/>
                    <a:pt x="3140878" y="2233796"/>
                  </a:cubicBezTo>
                  <a:cubicBezTo>
                    <a:pt x="2719582" y="2579662"/>
                    <a:pt x="2412097" y="2806419"/>
                    <a:pt x="1993019" y="2806419"/>
                  </a:cubicBezTo>
                  <a:cubicBezTo>
                    <a:pt x="1354472" y="2806419"/>
                    <a:pt x="902244" y="2528070"/>
                    <a:pt x="480948" y="1875638"/>
                  </a:cubicBezTo>
                  <a:cubicBezTo>
                    <a:pt x="425816" y="1790244"/>
                    <a:pt x="371924" y="1712578"/>
                    <a:pt x="319805" y="1637519"/>
                  </a:cubicBezTo>
                  <a:cubicBezTo>
                    <a:pt x="103795" y="1326296"/>
                    <a:pt x="0" y="1164446"/>
                    <a:pt x="0" y="887307"/>
                  </a:cubicBezTo>
                  <a:cubicBezTo>
                    <a:pt x="0" y="612125"/>
                    <a:pt x="65060" y="340293"/>
                    <a:pt x="193231" y="79360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164F6B39-7B0A-4839-9F52-1FFA2044F248}"/>
                </a:ext>
              </a:extLst>
            </p:cNvPr>
            <p:cNvSpPr/>
            <p:nvPr/>
          </p:nvSpPr>
          <p:spPr>
            <a:xfrm>
              <a:off x="3124577" y="0"/>
              <a:ext cx="4389519" cy="2916937"/>
            </a:xfrm>
            <a:custGeom>
              <a:avLst/>
              <a:gdLst>
                <a:gd name="connsiteX0" fmla="*/ 208215 w 4389519"/>
                <a:gd name="connsiteY0" fmla="*/ 0 h 2916937"/>
                <a:gd name="connsiteX1" fmla="*/ 4284014 w 4389519"/>
                <a:gd name="connsiteY1" fmla="*/ 0 h 2916937"/>
                <a:gd name="connsiteX2" fmla="*/ 4335794 w 4389519"/>
                <a:gd name="connsiteY2" fmla="*/ 207911 h 2916937"/>
                <a:gd name="connsiteX3" fmla="*/ 4376420 w 4389519"/>
                <a:gd name="connsiteY3" fmla="*/ 1078865 h 2916937"/>
                <a:gd name="connsiteX4" fmla="*/ 4090147 w 4389519"/>
                <a:gd name="connsiteY4" fmla="*/ 1734728 h 2916937"/>
                <a:gd name="connsiteX5" fmla="*/ 3362552 w 4389519"/>
                <a:gd name="connsiteY5" fmla="*/ 2305097 h 2916937"/>
                <a:gd name="connsiteX6" fmla="*/ 3204152 w 4389519"/>
                <a:gd name="connsiteY6" fmla="*/ 2412521 h 2916937"/>
                <a:gd name="connsiteX7" fmla="*/ 1936072 w 4389519"/>
                <a:gd name="connsiteY7" fmla="*/ 2912360 h 2916937"/>
                <a:gd name="connsiteX8" fmla="*/ 421690 w 4389519"/>
                <a:gd name="connsiteY8" fmla="*/ 1787063 h 2916937"/>
                <a:gd name="connsiteX9" fmla="*/ 273167 w 4389519"/>
                <a:gd name="connsiteY9" fmla="*/ 1520080 h 2916937"/>
                <a:gd name="connsiteX10" fmla="*/ 4118 w 4389519"/>
                <a:gd name="connsiteY10" fmla="*/ 696338 h 2916937"/>
                <a:gd name="connsiteX11" fmla="*/ 175984 w 4389519"/>
                <a:gd name="connsiteY11" fmla="*/ 60381 h 2916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389519" h="2916937">
                  <a:moveTo>
                    <a:pt x="208215" y="0"/>
                  </a:moveTo>
                  <a:lnTo>
                    <a:pt x="4284014" y="0"/>
                  </a:lnTo>
                  <a:lnTo>
                    <a:pt x="4335794" y="207911"/>
                  </a:lnTo>
                  <a:cubicBezTo>
                    <a:pt x="4388748" y="479686"/>
                    <a:pt x="4403109" y="773803"/>
                    <a:pt x="4376420" y="1078865"/>
                  </a:cubicBezTo>
                  <a:cubicBezTo>
                    <a:pt x="4353703" y="1338514"/>
                    <a:pt x="4265383" y="1540772"/>
                    <a:pt x="4090147" y="1734728"/>
                  </a:cubicBezTo>
                  <a:cubicBezTo>
                    <a:pt x="3906850" y="1937616"/>
                    <a:pt x="3642485" y="2116128"/>
                    <a:pt x="3362552" y="2305097"/>
                  </a:cubicBezTo>
                  <a:cubicBezTo>
                    <a:pt x="3310910" y="2339914"/>
                    <a:pt x="3257553" y="2375972"/>
                    <a:pt x="3204152" y="2412521"/>
                  </a:cubicBezTo>
                  <a:cubicBezTo>
                    <a:pt x="2726165" y="2739616"/>
                    <a:pt x="2379682" y="2951171"/>
                    <a:pt x="1936072" y="2912360"/>
                  </a:cubicBezTo>
                  <a:cubicBezTo>
                    <a:pt x="1260148" y="2853224"/>
                    <a:pt x="807225" y="2516700"/>
                    <a:pt x="421690" y="1787063"/>
                  </a:cubicBezTo>
                  <a:cubicBezTo>
                    <a:pt x="371240" y="1691563"/>
                    <a:pt x="321385" y="1604361"/>
                    <a:pt x="273167" y="1520080"/>
                  </a:cubicBezTo>
                  <a:cubicBezTo>
                    <a:pt x="73334" y="1170636"/>
                    <a:pt x="-21548" y="989700"/>
                    <a:pt x="4118" y="696338"/>
                  </a:cubicBezTo>
                  <a:cubicBezTo>
                    <a:pt x="23232" y="477870"/>
                    <a:pt x="80908" y="264786"/>
                    <a:pt x="175984" y="60381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3099122-D80B-4389-A1CF-52C635217F4B}"/>
              </a:ext>
            </a:extLst>
          </p:cNvPr>
          <p:cNvGrpSpPr/>
          <p:nvPr/>
        </p:nvGrpSpPr>
        <p:grpSpPr>
          <a:xfrm>
            <a:off x="8122942" y="0"/>
            <a:ext cx="4069058" cy="3547008"/>
            <a:chOff x="8122942" y="0"/>
            <a:chExt cx="4069058" cy="3547008"/>
          </a:xfrm>
        </p:grpSpPr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CA535D59-CDAA-4AA9-84AC-A6142E857FE2}"/>
                </a:ext>
              </a:extLst>
            </p:cNvPr>
            <p:cNvSpPr/>
            <p:nvPr/>
          </p:nvSpPr>
          <p:spPr>
            <a:xfrm>
              <a:off x="8122942" y="0"/>
              <a:ext cx="4069058" cy="3547008"/>
            </a:xfrm>
            <a:custGeom>
              <a:avLst/>
              <a:gdLst>
                <a:gd name="connsiteX0" fmla="*/ 305212 w 4069058"/>
                <a:gd name="connsiteY0" fmla="*/ 0 h 3547008"/>
                <a:gd name="connsiteX1" fmla="*/ 4069058 w 4069058"/>
                <a:gd name="connsiteY1" fmla="*/ 0 h 3547008"/>
                <a:gd name="connsiteX2" fmla="*/ 4069058 w 4069058"/>
                <a:gd name="connsiteY2" fmla="*/ 2865785 h 3547008"/>
                <a:gd name="connsiteX3" fmla="*/ 3996814 w 4069058"/>
                <a:gd name="connsiteY3" fmla="*/ 2947457 h 3547008"/>
                <a:gd name="connsiteX4" fmla="*/ 2732780 w 4069058"/>
                <a:gd name="connsiteY4" fmla="*/ 3541640 h 3547008"/>
                <a:gd name="connsiteX5" fmla="*/ 1317550 w 4069058"/>
                <a:gd name="connsiteY5" fmla="*/ 3015110 h 3547008"/>
                <a:gd name="connsiteX6" fmla="*/ 1140977 w 4069058"/>
                <a:gd name="connsiteY6" fmla="*/ 2901419 h 3547008"/>
                <a:gd name="connsiteX7" fmla="*/ 330269 w 4069058"/>
                <a:gd name="connsiteY7" fmla="*/ 2297252 h 3547008"/>
                <a:gd name="connsiteX8" fmla="*/ 13299 w 4069058"/>
                <a:gd name="connsiteY8" fmla="*/ 1599966 h 3547008"/>
                <a:gd name="connsiteX9" fmla="*/ 217457 w 4069058"/>
                <a:gd name="connsiteY9" fmla="*/ 178659 h 3547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69058" h="3547008">
                  <a:moveTo>
                    <a:pt x="305212" y="0"/>
                  </a:moveTo>
                  <a:lnTo>
                    <a:pt x="4069058" y="0"/>
                  </a:lnTo>
                  <a:lnTo>
                    <a:pt x="4069058" y="2865785"/>
                  </a:lnTo>
                  <a:lnTo>
                    <a:pt x="3996814" y="2947457"/>
                  </a:lnTo>
                  <a:cubicBezTo>
                    <a:pt x="3654887" y="3311545"/>
                    <a:pt x="3252443" y="3496175"/>
                    <a:pt x="2732780" y="3541640"/>
                  </a:cubicBezTo>
                  <a:cubicBezTo>
                    <a:pt x="2236701" y="3585041"/>
                    <a:pt x="1850359" y="3361306"/>
                    <a:pt x="1317550" y="3015110"/>
                  </a:cubicBezTo>
                  <a:cubicBezTo>
                    <a:pt x="1258026" y="2976425"/>
                    <a:pt x="1198546" y="2938265"/>
                    <a:pt x="1140977" y="2901419"/>
                  </a:cubicBezTo>
                  <a:cubicBezTo>
                    <a:pt x="828927" y="2701433"/>
                    <a:pt x="534230" y="2512513"/>
                    <a:pt x="330269" y="2297252"/>
                  </a:cubicBezTo>
                  <a:cubicBezTo>
                    <a:pt x="135278" y="2091465"/>
                    <a:pt x="37487" y="1876435"/>
                    <a:pt x="13299" y="1599966"/>
                  </a:cubicBezTo>
                  <a:cubicBezTo>
                    <a:pt x="-32170" y="1080250"/>
                    <a:pt x="39709" y="589889"/>
                    <a:pt x="217457" y="178659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CD6948CC-6D51-4092-887C-B0664DC102C7}"/>
                </a:ext>
              </a:extLst>
            </p:cNvPr>
            <p:cNvSpPr/>
            <p:nvPr/>
          </p:nvSpPr>
          <p:spPr>
            <a:xfrm flipH="1">
              <a:off x="8319994" y="0"/>
              <a:ext cx="3872006" cy="3321595"/>
            </a:xfrm>
            <a:custGeom>
              <a:avLst/>
              <a:gdLst>
                <a:gd name="connsiteX0" fmla="*/ 3466434 w 3872006"/>
                <a:gd name="connsiteY0" fmla="*/ 0 h 3321595"/>
                <a:gd name="connsiteX1" fmla="*/ 65800 w 3872006"/>
                <a:gd name="connsiteY1" fmla="*/ 0 h 3321595"/>
                <a:gd name="connsiteX2" fmla="*/ 0 w 3872006"/>
                <a:gd name="connsiteY2" fmla="*/ 59511 h 3321595"/>
                <a:gd name="connsiteX3" fmla="*/ 0 w 3872006"/>
                <a:gd name="connsiteY3" fmla="*/ 2518435 h 3321595"/>
                <a:gd name="connsiteX4" fmla="*/ 80122 w 3872006"/>
                <a:gd name="connsiteY4" fmla="*/ 2618704 h 3321595"/>
                <a:gd name="connsiteX5" fmla="*/ 1549501 w 3872006"/>
                <a:gd name="connsiteY5" fmla="*/ 3321595 h 3321595"/>
                <a:gd name="connsiteX6" fmla="*/ 2796711 w 3872006"/>
                <a:gd name="connsiteY6" fmla="*/ 2749441 h 3321595"/>
                <a:gd name="connsiteX7" fmla="*/ 2948494 w 3872006"/>
                <a:gd name="connsiteY7" fmla="*/ 2635829 h 3321595"/>
                <a:gd name="connsiteX8" fmla="*/ 3638840 w 3872006"/>
                <a:gd name="connsiteY8" fmla="*/ 2041901 h 3321595"/>
                <a:gd name="connsiteX9" fmla="*/ 3872006 w 3872006"/>
                <a:gd name="connsiteY9" fmla="*/ 1404055 h 3321595"/>
                <a:gd name="connsiteX10" fmla="*/ 3467973 w 3872006"/>
                <a:gd name="connsiteY10" fmla="*/ 1974 h 3321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72006" h="3321595">
                  <a:moveTo>
                    <a:pt x="3466434" y="0"/>
                  </a:moveTo>
                  <a:lnTo>
                    <a:pt x="65800" y="0"/>
                  </a:lnTo>
                  <a:lnTo>
                    <a:pt x="0" y="59511"/>
                  </a:lnTo>
                  <a:lnTo>
                    <a:pt x="0" y="2518435"/>
                  </a:lnTo>
                  <a:lnTo>
                    <a:pt x="80122" y="2618704"/>
                  </a:lnTo>
                  <a:cubicBezTo>
                    <a:pt x="490323" y="3108658"/>
                    <a:pt x="942414" y="3321595"/>
                    <a:pt x="1549501" y="3321595"/>
                  </a:cubicBezTo>
                  <a:cubicBezTo>
                    <a:pt x="2004852" y="3321595"/>
                    <a:pt x="2338950" y="3095023"/>
                    <a:pt x="2796711" y="2749441"/>
                  </a:cubicBezTo>
                  <a:cubicBezTo>
                    <a:pt x="2847850" y="2710827"/>
                    <a:pt x="2898991" y="2672676"/>
                    <a:pt x="2948494" y="2635829"/>
                  </a:cubicBezTo>
                  <a:cubicBezTo>
                    <a:pt x="3216812" y="2435869"/>
                    <a:pt x="3470203" y="2246981"/>
                    <a:pt x="3638840" y="2041901"/>
                  </a:cubicBezTo>
                  <a:cubicBezTo>
                    <a:pt x="3800062" y="1845849"/>
                    <a:pt x="3872006" y="1649145"/>
                    <a:pt x="3872006" y="1404055"/>
                  </a:cubicBezTo>
                  <a:cubicBezTo>
                    <a:pt x="3872006" y="866538"/>
                    <a:pt x="3729694" y="376466"/>
                    <a:pt x="3467973" y="1974"/>
                  </a:cubicBez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F5F9FD94-99CC-42AD-8E66-CF99E8FD5A94}"/>
                </a:ext>
              </a:extLst>
            </p:cNvPr>
            <p:cNvSpPr/>
            <p:nvPr/>
          </p:nvSpPr>
          <p:spPr>
            <a:xfrm flipH="1">
              <a:off x="8729240" y="9274"/>
              <a:ext cx="3462454" cy="3010961"/>
            </a:xfrm>
            <a:custGeom>
              <a:avLst/>
              <a:gdLst>
                <a:gd name="connsiteX0" fmla="*/ 2953507 w 3462454"/>
                <a:gd name="connsiteY0" fmla="*/ 0 h 3010961"/>
                <a:gd name="connsiteX1" fmla="*/ 477652 w 3462454"/>
                <a:gd name="connsiteY1" fmla="*/ 0 h 3010961"/>
                <a:gd name="connsiteX2" fmla="*/ 327396 w 3462454"/>
                <a:gd name="connsiteY2" fmla="*/ 113681 h 3010961"/>
                <a:gd name="connsiteX3" fmla="*/ 46554 w 3462454"/>
                <a:gd name="connsiteY3" fmla="*/ 391785 h 3010961"/>
                <a:gd name="connsiteX4" fmla="*/ 0 w 3462454"/>
                <a:gd name="connsiteY4" fmla="*/ 453516 h 3010961"/>
                <a:gd name="connsiteX5" fmla="*/ 0 w 3462454"/>
                <a:gd name="connsiteY5" fmla="*/ 2083461 h 3010961"/>
                <a:gd name="connsiteX6" fmla="*/ 26382 w 3462454"/>
                <a:gd name="connsiteY6" fmla="*/ 2118637 h 3010961"/>
                <a:gd name="connsiteX7" fmla="*/ 101620 w 3462454"/>
                <a:gd name="connsiteY7" fmla="*/ 2222744 h 3010961"/>
                <a:gd name="connsiteX8" fmla="*/ 1494064 w 3462454"/>
                <a:gd name="connsiteY8" fmla="*/ 3010961 h 3010961"/>
                <a:gd name="connsiteX9" fmla="*/ 2551110 w 3462454"/>
                <a:gd name="connsiteY9" fmla="*/ 2526044 h 3010961"/>
                <a:gd name="connsiteX10" fmla="*/ 2679751 w 3462454"/>
                <a:gd name="connsiteY10" fmla="*/ 2429754 h 3010961"/>
                <a:gd name="connsiteX11" fmla="*/ 3264840 w 3462454"/>
                <a:gd name="connsiteY11" fmla="*/ 1926383 h 3010961"/>
                <a:gd name="connsiteX12" fmla="*/ 3462454 w 3462454"/>
                <a:gd name="connsiteY12" fmla="*/ 1385790 h 3010961"/>
                <a:gd name="connsiteX13" fmla="*/ 3018820 w 3462454"/>
                <a:gd name="connsiteY13" fmla="*/ 67626 h 3010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62454" h="3010961">
                  <a:moveTo>
                    <a:pt x="2953507" y="0"/>
                  </a:moveTo>
                  <a:lnTo>
                    <a:pt x="477652" y="0"/>
                  </a:lnTo>
                  <a:lnTo>
                    <a:pt x="327396" y="113681"/>
                  </a:lnTo>
                  <a:cubicBezTo>
                    <a:pt x="222344" y="200626"/>
                    <a:pt x="128536" y="293564"/>
                    <a:pt x="46554" y="391785"/>
                  </a:cubicBezTo>
                  <a:lnTo>
                    <a:pt x="0" y="453516"/>
                  </a:lnTo>
                  <a:lnTo>
                    <a:pt x="0" y="2083461"/>
                  </a:lnTo>
                  <a:lnTo>
                    <a:pt x="26382" y="2118637"/>
                  </a:lnTo>
                  <a:cubicBezTo>
                    <a:pt x="51135" y="2152065"/>
                    <a:pt x="76235" y="2186586"/>
                    <a:pt x="101620" y="2222744"/>
                  </a:cubicBezTo>
                  <a:cubicBezTo>
                    <a:pt x="489585" y="2775245"/>
                    <a:pt x="906035" y="3010961"/>
                    <a:pt x="1494064" y="3010961"/>
                  </a:cubicBezTo>
                  <a:cubicBezTo>
                    <a:pt x="1879987" y="3010961"/>
                    <a:pt x="2163144" y="2818935"/>
                    <a:pt x="2551110" y="2526044"/>
                  </a:cubicBezTo>
                  <a:cubicBezTo>
                    <a:pt x="2594452" y="2493317"/>
                    <a:pt x="2637795" y="2460984"/>
                    <a:pt x="2679751" y="2429754"/>
                  </a:cubicBezTo>
                  <a:cubicBezTo>
                    <a:pt x="2907158" y="2260282"/>
                    <a:pt x="3121914" y="2100194"/>
                    <a:pt x="3264840" y="1926383"/>
                  </a:cubicBezTo>
                  <a:cubicBezTo>
                    <a:pt x="3401480" y="1760224"/>
                    <a:pt x="3462454" y="1593511"/>
                    <a:pt x="3462454" y="1385790"/>
                  </a:cubicBezTo>
                  <a:cubicBezTo>
                    <a:pt x="3462454" y="865148"/>
                    <a:pt x="3304918" y="397028"/>
                    <a:pt x="3018820" y="67626"/>
                  </a:cubicBezTo>
                  <a:close/>
                </a:path>
              </a:pathLst>
            </a:custGeom>
            <a:noFill/>
            <a:ln w="158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F47D3E70-A759-410D-B5DB-855218E138C3}"/>
                </a:ext>
              </a:extLst>
            </p:cNvPr>
            <p:cNvSpPr/>
            <p:nvPr/>
          </p:nvSpPr>
          <p:spPr>
            <a:xfrm flipH="1">
              <a:off x="8243247" y="9274"/>
              <a:ext cx="3948447" cy="3411460"/>
            </a:xfrm>
            <a:custGeom>
              <a:avLst/>
              <a:gdLst>
                <a:gd name="connsiteX0" fmla="*/ 3564894 w 3904481"/>
                <a:gd name="connsiteY0" fmla="*/ 0 h 3411460"/>
                <a:gd name="connsiteX1" fmla="*/ 0 w 3904481"/>
                <a:gd name="connsiteY1" fmla="*/ 0 h 3411460"/>
                <a:gd name="connsiteX2" fmla="*/ 0 w 3904481"/>
                <a:gd name="connsiteY2" fmla="*/ 2659993 h 3411460"/>
                <a:gd name="connsiteX3" fmla="*/ 1876 w 3904481"/>
                <a:gd name="connsiteY3" fmla="*/ 2662425 h 3411460"/>
                <a:gd name="connsiteX4" fmla="*/ 1514161 w 3904481"/>
                <a:gd name="connsiteY4" fmla="*/ 3411460 h 3411460"/>
                <a:gd name="connsiteX5" fmla="*/ 2797788 w 3904481"/>
                <a:gd name="connsiteY5" fmla="*/ 2801744 h 3411460"/>
                <a:gd name="connsiteX6" fmla="*/ 2954004 w 3904481"/>
                <a:gd name="connsiteY6" fmla="*/ 2680673 h 3411460"/>
                <a:gd name="connsiteX7" fmla="*/ 3664508 w 3904481"/>
                <a:gd name="connsiteY7" fmla="*/ 2047754 h 3411460"/>
                <a:gd name="connsiteX8" fmla="*/ 3904481 w 3904481"/>
                <a:gd name="connsiteY8" fmla="*/ 1368033 h 3411460"/>
                <a:gd name="connsiteX9" fmla="*/ 3596499 w 3904481"/>
                <a:gd name="connsiteY9" fmla="*/ 52268 h 3411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04481" h="3411460">
                  <a:moveTo>
                    <a:pt x="3564894" y="0"/>
                  </a:moveTo>
                  <a:lnTo>
                    <a:pt x="0" y="0"/>
                  </a:lnTo>
                  <a:lnTo>
                    <a:pt x="0" y="2659993"/>
                  </a:lnTo>
                  <a:lnTo>
                    <a:pt x="1876" y="2662425"/>
                  </a:lnTo>
                  <a:cubicBezTo>
                    <a:pt x="424055" y="3184544"/>
                    <a:pt x="889346" y="3411460"/>
                    <a:pt x="1514161" y="3411460"/>
                  </a:cubicBezTo>
                  <a:cubicBezTo>
                    <a:pt x="1982808" y="3411460"/>
                    <a:pt x="2326661" y="3170014"/>
                    <a:pt x="2797788" y="2801744"/>
                  </a:cubicBezTo>
                  <a:cubicBezTo>
                    <a:pt x="2850420" y="2760595"/>
                    <a:pt x="2903054" y="2719940"/>
                    <a:pt x="2954004" y="2680673"/>
                  </a:cubicBezTo>
                  <a:cubicBezTo>
                    <a:pt x="3230156" y="2467586"/>
                    <a:pt x="3490946" y="2266297"/>
                    <a:pt x="3664508" y="2047754"/>
                  </a:cubicBezTo>
                  <a:cubicBezTo>
                    <a:pt x="3830437" y="1838832"/>
                    <a:pt x="3904481" y="1629214"/>
                    <a:pt x="3904481" y="1368033"/>
                  </a:cubicBezTo>
                  <a:cubicBezTo>
                    <a:pt x="3904481" y="877057"/>
                    <a:pt x="3796872" y="423228"/>
                    <a:pt x="3596499" y="52268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90302A25-2D4F-4AD5-B0E9-C12184C3599E}"/>
              </a:ext>
            </a:extLst>
          </p:cNvPr>
          <p:cNvGrpSpPr/>
          <p:nvPr/>
        </p:nvGrpSpPr>
        <p:grpSpPr>
          <a:xfrm>
            <a:off x="-1" y="1355238"/>
            <a:ext cx="4381339" cy="5510713"/>
            <a:chOff x="0" y="1347287"/>
            <a:chExt cx="4259808" cy="5510713"/>
          </a:xfrm>
        </p:grpSpPr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E227AF03-773A-4B1E-8FED-67198038E60D}"/>
                </a:ext>
              </a:extLst>
            </p:cNvPr>
            <p:cNvSpPr/>
            <p:nvPr/>
          </p:nvSpPr>
          <p:spPr>
            <a:xfrm>
              <a:off x="0" y="1676545"/>
              <a:ext cx="4174269" cy="5181455"/>
            </a:xfrm>
            <a:custGeom>
              <a:avLst/>
              <a:gdLst>
                <a:gd name="connsiteX0" fmla="*/ 1155130 w 4174269"/>
                <a:gd name="connsiteY0" fmla="*/ 990 h 5181455"/>
                <a:gd name="connsiteX1" fmla="*/ 2396955 w 4174269"/>
                <a:gd name="connsiteY1" fmla="*/ 367328 h 5181455"/>
                <a:gd name="connsiteX2" fmla="*/ 3827960 w 4174269"/>
                <a:gd name="connsiteY2" fmla="*/ 4749328 h 5181455"/>
                <a:gd name="connsiteX3" fmla="*/ 3561502 w 4174269"/>
                <a:gd name="connsiteY3" fmla="*/ 5090948 h 5181455"/>
                <a:gd name="connsiteX4" fmla="*/ 3452726 w 4174269"/>
                <a:gd name="connsiteY4" fmla="*/ 5181455 h 5181455"/>
                <a:gd name="connsiteX5" fmla="*/ 0 w 4174269"/>
                <a:gd name="connsiteY5" fmla="*/ 5181455 h 5181455"/>
                <a:gd name="connsiteX6" fmla="*/ 0 w 4174269"/>
                <a:gd name="connsiteY6" fmla="*/ 251605 h 5181455"/>
                <a:gd name="connsiteX7" fmla="*/ 157396 w 4174269"/>
                <a:gd name="connsiteY7" fmla="*/ 182600 h 5181455"/>
                <a:gd name="connsiteX8" fmla="*/ 1155130 w 4174269"/>
                <a:gd name="connsiteY8" fmla="*/ 990 h 5181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74269" h="5181455">
                  <a:moveTo>
                    <a:pt x="1155130" y="990"/>
                  </a:moveTo>
                  <a:cubicBezTo>
                    <a:pt x="1564667" y="12730"/>
                    <a:pt x="1984593" y="129250"/>
                    <a:pt x="2396955" y="367328"/>
                  </a:cubicBezTo>
                  <a:cubicBezTo>
                    <a:pt x="3871760" y="1218807"/>
                    <a:pt x="4678347" y="3276416"/>
                    <a:pt x="3827960" y="4749328"/>
                  </a:cubicBezTo>
                  <a:cubicBezTo>
                    <a:pt x="3748235" y="4887417"/>
                    <a:pt x="3658928" y="4998272"/>
                    <a:pt x="3561502" y="5090948"/>
                  </a:cubicBezTo>
                  <a:lnTo>
                    <a:pt x="3452726" y="5181455"/>
                  </a:lnTo>
                  <a:lnTo>
                    <a:pt x="0" y="5181455"/>
                  </a:lnTo>
                  <a:lnTo>
                    <a:pt x="0" y="251605"/>
                  </a:lnTo>
                  <a:lnTo>
                    <a:pt x="157396" y="182600"/>
                  </a:lnTo>
                  <a:cubicBezTo>
                    <a:pt x="475610" y="54980"/>
                    <a:pt x="811718" y="-8854"/>
                    <a:pt x="1155130" y="990"/>
                  </a:cubicBez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D6FE8FAD-8A4A-49E1-AFAF-A074482295A9}"/>
                </a:ext>
              </a:extLst>
            </p:cNvPr>
            <p:cNvSpPr/>
            <p:nvPr/>
          </p:nvSpPr>
          <p:spPr>
            <a:xfrm>
              <a:off x="0" y="1347287"/>
              <a:ext cx="4259808" cy="5510713"/>
            </a:xfrm>
            <a:custGeom>
              <a:avLst/>
              <a:gdLst>
                <a:gd name="connsiteX0" fmla="*/ 948905 w 4259808"/>
                <a:gd name="connsiteY0" fmla="*/ 1556 h 5510713"/>
                <a:gd name="connsiteX1" fmla="*/ 2304106 w 4259808"/>
                <a:gd name="connsiteY1" fmla="*/ 405867 h 5510713"/>
                <a:gd name="connsiteX2" fmla="*/ 3890982 w 4259808"/>
                <a:gd name="connsiteY2" fmla="*/ 5156588 h 5510713"/>
                <a:gd name="connsiteX3" fmla="*/ 3680329 w 4259808"/>
                <a:gd name="connsiteY3" fmla="*/ 5445948 h 5510713"/>
                <a:gd name="connsiteX4" fmla="*/ 3616504 w 4259808"/>
                <a:gd name="connsiteY4" fmla="*/ 5510713 h 5510713"/>
                <a:gd name="connsiteX5" fmla="*/ 0 w 4259808"/>
                <a:gd name="connsiteY5" fmla="*/ 5510713 h 5510713"/>
                <a:gd name="connsiteX6" fmla="*/ 0 w 4259808"/>
                <a:gd name="connsiteY6" fmla="*/ 144797 h 5510713"/>
                <a:gd name="connsiteX7" fmla="*/ 164164 w 4259808"/>
                <a:gd name="connsiteY7" fmla="*/ 92266 h 5510713"/>
                <a:gd name="connsiteX8" fmla="*/ 948905 w 4259808"/>
                <a:gd name="connsiteY8" fmla="*/ 1556 h 5510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259808" h="5510713">
                  <a:moveTo>
                    <a:pt x="948905" y="1556"/>
                  </a:moveTo>
                  <a:cubicBezTo>
                    <a:pt x="1395136" y="16867"/>
                    <a:pt x="1853354" y="145625"/>
                    <a:pt x="2304106" y="405867"/>
                  </a:cubicBezTo>
                  <a:cubicBezTo>
                    <a:pt x="3916211" y="1336616"/>
                    <a:pt x="4808028" y="3568218"/>
                    <a:pt x="3890982" y="5156588"/>
                  </a:cubicBezTo>
                  <a:cubicBezTo>
                    <a:pt x="3826502" y="5268272"/>
                    <a:pt x="3756052" y="5363347"/>
                    <a:pt x="3680329" y="5445948"/>
                  </a:cubicBezTo>
                  <a:lnTo>
                    <a:pt x="3616504" y="5510713"/>
                  </a:lnTo>
                  <a:lnTo>
                    <a:pt x="0" y="5510713"/>
                  </a:lnTo>
                  <a:lnTo>
                    <a:pt x="0" y="144797"/>
                  </a:lnTo>
                  <a:lnTo>
                    <a:pt x="164164" y="92266"/>
                  </a:lnTo>
                  <a:cubicBezTo>
                    <a:pt x="418657" y="23914"/>
                    <a:pt x="681631" y="-7614"/>
                    <a:pt x="948905" y="1556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A7C4DFB-FDFD-4F28-8B00-287EB75C79EB}"/>
                </a:ext>
              </a:extLst>
            </p:cNvPr>
            <p:cNvSpPr/>
            <p:nvPr/>
          </p:nvSpPr>
          <p:spPr>
            <a:xfrm>
              <a:off x="0" y="1592806"/>
              <a:ext cx="4029221" cy="5265194"/>
            </a:xfrm>
            <a:custGeom>
              <a:avLst/>
              <a:gdLst>
                <a:gd name="connsiteX0" fmla="*/ 812878 w 4029221"/>
                <a:gd name="connsiteY0" fmla="*/ 840 h 5265194"/>
                <a:gd name="connsiteX1" fmla="*/ 960980 w 4029221"/>
                <a:gd name="connsiteY1" fmla="*/ 1442 h 5265194"/>
                <a:gd name="connsiteX2" fmla="*/ 2216856 w 4029221"/>
                <a:gd name="connsiteY2" fmla="*/ 376120 h 5265194"/>
                <a:gd name="connsiteX3" fmla="*/ 3687427 w 4029221"/>
                <a:gd name="connsiteY3" fmla="*/ 4778650 h 5265194"/>
                <a:gd name="connsiteX4" fmla="*/ 3267677 w 4029221"/>
                <a:gd name="connsiteY4" fmla="*/ 5245601 h 5265194"/>
                <a:gd name="connsiteX5" fmla="*/ 3237167 w 4029221"/>
                <a:gd name="connsiteY5" fmla="*/ 5265194 h 5265194"/>
                <a:gd name="connsiteX6" fmla="*/ 0 w 4029221"/>
                <a:gd name="connsiteY6" fmla="*/ 5265194 h 5265194"/>
                <a:gd name="connsiteX7" fmla="*/ 0 w 4029221"/>
                <a:gd name="connsiteY7" fmla="*/ 162790 h 5265194"/>
                <a:gd name="connsiteX8" fmla="*/ 58408 w 4029221"/>
                <a:gd name="connsiteY8" fmla="*/ 139352 h 5265194"/>
                <a:gd name="connsiteX9" fmla="*/ 812878 w 4029221"/>
                <a:gd name="connsiteY9" fmla="*/ 840 h 5265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29221" h="5265194">
                  <a:moveTo>
                    <a:pt x="812878" y="840"/>
                  </a:moveTo>
                  <a:cubicBezTo>
                    <a:pt x="862065" y="-449"/>
                    <a:pt x="911443" y="-258"/>
                    <a:pt x="960980" y="1442"/>
                  </a:cubicBezTo>
                  <a:cubicBezTo>
                    <a:pt x="1374507" y="15631"/>
                    <a:pt x="1799140" y="134952"/>
                    <a:pt x="2216856" y="376120"/>
                  </a:cubicBezTo>
                  <a:cubicBezTo>
                    <a:pt x="3710806" y="1238652"/>
                    <a:pt x="4537261" y="3306696"/>
                    <a:pt x="3687427" y="4778650"/>
                  </a:cubicBezTo>
                  <a:cubicBezTo>
                    <a:pt x="3567917" y="4985647"/>
                    <a:pt x="3426282" y="5131074"/>
                    <a:pt x="3267677" y="5245601"/>
                  </a:cubicBezTo>
                  <a:lnTo>
                    <a:pt x="3237167" y="5265194"/>
                  </a:lnTo>
                  <a:lnTo>
                    <a:pt x="0" y="5265194"/>
                  </a:lnTo>
                  <a:lnTo>
                    <a:pt x="0" y="162790"/>
                  </a:lnTo>
                  <a:lnTo>
                    <a:pt x="58408" y="139352"/>
                  </a:lnTo>
                  <a:cubicBezTo>
                    <a:pt x="301661" y="55163"/>
                    <a:pt x="554646" y="7607"/>
                    <a:pt x="812878" y="840"/>
                  </a:cubicBezTo>
                  <a:close/>
                </a:path>
              </a:pathLst>
            </a:custGeom>
            <a:noFill/>
            <a:ln w="1905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B6E867DF-0B62-429A-A554-CBE585048439}"/>
                </a:ext>
              </a:extLst>
            </p:cNvPr>
            <p:cNvSpPr/>
            <p:nvPr/>
          </p:nvSpPr>
          <p:spPr>
            <a:xfrm>
              <a:off x="0" y="2147333"/>
              <a:ext cx="3702048" cy="4710667"/>
            </a:xfrm>
            <a:custGeom>
              <a:avLst/>
              <a:gdLst>
                <a:gd name="connsiteX0" fmla="*/ 1057511 w 3702048"/>
                <a:gd name="connsiteY0" fmla="*/ 1243 h 4710667"/>
                <a:gd name="connsiteX1" fmla="*/ 2139959 w 3702048"/>
                <a:gd name="connsiteY1" fmla="*/ 324180 h 4710667"/>
                <a:gd name="connsiteX2" fmla="*/ 3407455 w 3702048"/>
                <a:gd name="connsiteY2" fmla="*/ 4118750 h 4710667"/>
                <a:gd name="connsiteX3" fmla="*/ 2754080 w 3702048"/>
                <a:gd name="connsiteY3" fmla="*/ 4690965 h 4710667"/>
                <a:gd name="connsiteX4" fmla="*/ 2711405 w 3702048"/>
                <a:gd name="connsiteY4" fmla="*/ 4710667 h 4710667"/>
                <a:gd name="connsiteX5" fmla="*/ 0 w 3702048"/>
                <a:gd name="connsiteY5" fmla="*/ 4710667 h 4710667"/>
                <a:gd name="connsiteX6" fmla="*/ 0 w 3702048"/>
                <a:gd name="connsiteY6" fmla="*/ 239601 h 4710667"/>
                <a:gd name="connsiteX7" fmla="*/ 72857 w 3702048"/>
                <a:gd name="connsiteY7" fmla="*/ 203063 h 4710667"/>
                <a:gd name="connsiteX8" fmla="*/ 1057511 w 3702048"/>
                <a:gd name="connsiteY8" fmla="*/ 1243 h 4710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02048" h="4710667">
                  <a:moveTo>
                    <a:pt x="1057511" y="1243"/>
                  </a:moveTo>
                  <a:cubicBezTo>
                    <a:pt x="1413932" y="13473"/>
                    <a:pt x="1779927" y="116316"/>
                    <a:pt x="2139959" y="324180"/>
                  </a:cubicBezTo>
                  <a:cubicBezTo>
                    <a:pt x="3427605" y="1067603"/>
                    <a:pt x="4139931" y="2850064"/>
                    <a:pt x="3407455" y="4118750"/>
                  </a:cubicBezTo>
                  <a:cubicBezTo>
                    <a:pt x="3235777" y="4416105"/>
                    <a:pt x="3011128" y="4566048"/>
                    <a:pt x="2754080" y="4690965"/>
                  </a:cubicBezTo>
                  <a:lnTo>
                    <a:pt x="2711405" y="4710667"/>
                  </a:lnTo>
                  <a:lnTo>
                    <a:pt x="0" y="4710667"/>
                  </a:lnTo>
                  <a:lnTo>
                    <a:pt x="0" y="239601"/>
                  </a:lnTo>
                  <a:lnTo>
                    <a:pt x="72857" y="203063"/>
                  </a:lnTo>
                  <a:cubicBezTo>
                    <a:pt x="383165" y="61024"/>
                    <a:pt x="715942" y="-10476"/>
                    <a:pt x="1057511" y="1243"/>
                  </a:cubicBezTo>
                  <a:close/>
                </a:path>
              </a:pathLst>
            </a:custGeom>
            <a:noFill/>
            <a:ln w="158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54296" y="3420734"/>
            <a:ext cx="6665976" cy="2129674"/>
          </a:xfrm>
        </p:spPr>
        <p:txBody>
          <a:bodyPr anchor="b">
            <a:noAutofit/>
          </a:bodyPr>
          <a:lstStyle>
            <a:lvl1pPr algn="l">
              <a:lnSpc>
                <a:spcPct val="110000"/>
              </a:lnSpc>
              <a:defRPr sz="4800" cap="none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E197B67B-BA44-4D2A-B31D-35A89323C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54296" y="6170490"/>
            <a:ext cx="5713314" cy="4572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1D718595-24D3-4517-A62E-C1F493407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54295" y="5550408"/>
            <a:ext cx="6665975" cy="512064"/>
          </a:xfrm>
        </p:spPr>
        <p:txBody>
          <a:bodyPr>
            <a:normAutofit/>
          </a:bodyPr>
          <a:lstStyle>
            <a:lvl1pPr marL="0" indent="0" algn="l">
              <a:lnSpc>
                <a:spcPct val="130000"/>
              </a:lnSpc>
              <a:spcBef>
                <a:spcPts val="0"/>
              </a:spcBef>
              <a:buNone/>
              <a:defRPr sz="20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3C6217BB-A228-414D-92D9-E1D1EFEB8B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40080" y="6170491"/>
            <a:ext cx="2840083" cy="457200"/>
          </a:xfrm>
        </p:spPr>
        <p:txBody>
          <a:bodyPr/>
          <a:lstStyle>
            <a:lvl1pPr algn="l">
              <a:defRPr/>
            </a:lvl1pPr>
          </a:lstStyle>
          <a:p>
            <a:fld id="{E72EB70D-CD01-44DA-83B3-8FEB3383D307}" type="datetime1">
              <a:rPr lang="en-US" smtClean="0"/>
              <a:t>3/11/26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15863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20240" y="2438399"/>
            <a:ext cx="4160520" cy="36576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30290" y="2438399"/>
            <a:ext cx="4160520" cy="36576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C1D6427-F07F-4D50-B151-455100AF7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158CFD-9357-46BE-A189-D637A67C8730}" type="datetime1">
              <a:rPr lang="en-US" smtClean="0"/>
              <a:t>3/11/26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79EFBB2-C5E0-4D57-AB1D-3AA907ECF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AE6B7E1-F60B-4D08-9052-423D6FBFA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3429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20241" y="2456408"/>
            <a:ext cx="4160520" cy="823912"/>
          </a:xfrm>
        </p:spPr>
        <p:txBody>
          <a:bodyPr anchor="b">
            <a:normAutofit/>
          </a:bodyPr>
          <a:lstStyle>
            <a:lvl1pPr marL="0" indent="0">
              <a:lnSpc>
                <a:spcPct val="130000"/>
              </a:lnSpc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20241" y="3316639"/>
            <a:ext cx="4160520" cy="27793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30290" y="2456408"/>
            <a:ext cx="4160520" cy="823912"/>
          </a:xfrm>
        </p:spPr>
        <p:txBody>
          <a:bodyPr anchor="b">
            <a:normAutofit/>
          </a:bodyPr>
          <a:lstStyle>
            <a:lvl1pPr marL="0" indent="0">
              <a:lnSpc>
                <a:spcPct val="99000"/>
              </a:lnSpc>
              <a:buNone/>
              <a:defRPr lang="en-US" sz="1800" b="1" kern="1200" cap="all" spc="15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30290" y="3316639"/>
            <a:ext cx="4160520" cy="27793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3771BF97-4D2A-43A4-8CDC-2250017EB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742EE-B331-4632-BD10-A82FED6B6FC0}" type="datetime1">
              <a:rPr lang="en-US" smtClean="0"/>
              <a:t>3/11/26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020661A-DA07-4679-9226-945B5DD2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EFCE38B-E087-4988-BC3A-FE3B55E70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D3BC439C-E995-4E1F-8DE9-75C32785E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17536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F30096C-3491-4EF2-ABB2-D57F3F4B5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BA835-D13F-49F4-8F11-5D576AC65FAD}" type="datetime1">
              <a:rPr lang="en-US" smtClean="0"/>
              <a:t>3/11/26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9DA3A85-7147-4F32-944A-B079AF514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EDDF50D-95C0-4DA2-BBC6-41774FAC1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61732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9BEFCA-6D6F-4F26-823F-C86CA694B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D1799-ACB5-4CB2-86A2-5C574F1C8706}" type="datetime1">
              <a:rPr lang="en-US" smtClean="0"/>
              <a:t>3/11/26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2EE2C9-E87D-4495-9EDA-6BC0EDC27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5557A9-903F-4B36-8B06-D9EADF230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03353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76488" y="640080"/>
            <a:ext cx="3227715" cy="2551751"/>
          </a:xfrm>
        </p:spPr>
        <p:txBody>
          <a:bodyPr anchor="b">
            <a:normAutofit/>
          </a:bodyPr>
          <a:lstStyle>
            <a:lvl1pPr>
              <a:lnSpc>
                <a:spcPct val="104000"/>
              </a:lnSpc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0160" y="640080"/>
            <a:ext cx="6949440" cy="5455919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76488" y="3223803"/>
            <a:ext cx="3227715" cy="2872197"/>
          </a:xfrm>
        </p:spPr>
        <p:txBody>
          <a:bodyPr/>
          <a:lstStyle>
            <a:lvl1pPr marL="0" indent="0">
              <a:spcBef>
                <a:spcPts val="14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B904BE8-2080-4FFA-9239-A8929E28FAD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476488" y="6170491"/>
            <a:ext cx="2214322" cy="457200"/>
          </a:xfrm>
        </p:spPr>
        <p:txBody>
          <a:bodyPr/>
          <a:lstStyle/>
          <a:p>
            <a:fld id="{ED5DD0D6-7A82-473E-879B-C6ECD6CCCFEC}" type="datetime1">
              <a:rPr lang="en-US" smtClean="0"/>
              <a:t>3/11/26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D5580C6-5CD7-4CDD-977D-0533C84F2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170490"/>
            <a:ext cx="6949440" cy="4572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18D0320-9B66-443F-8E28-8BCF07E08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0221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102651" cy="6857999"/>
          </a:xfrm>
          <a:solidFill>
            <a:schemeClr val="bg2">
              <a:lumMod val="9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76488" y="1503910"/>
            <a:ext cx="3230625" cy="1687924"/>
          </a:xfrm>
        </p:spPr>
        <p:txBody>
          <a:bodyPr anchor="b">
            <a:noAutofit/>
          </a:bodyPr>
          <a:lstStyle>
            <a:lvl1pPr>
              <a:lnSpc>
                <a:spcPct val="104000"/>
              </a:lnSpc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76488" y="3223806"/>
            <a:ext cx="3227832" cy="2872194"/>
          </a:xfrm>
        </p:spPr>
        <p:txBody>
          <a:bodyPr/>
          <a:lstStyle>
            <a:lvl1pPr marL="0" indent="0">
              <a:spcBef>
                <a:spcPts val="14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41C2A9DB-B176-4069-8734-5B4ED352BA2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476488" y="6170491"/>
            <a:ext cx="2214322" cy="457200"/>
          </a:xfrm>
        </p:spPr>
        <p:txBody>
          <a:bodyPr/>
          <a:lstStyle/>
          <a:p>
            <a:fld id="{D4605E03-BC17-41A7-854C-DFAB672737DC}" type="datetime1">
              <a:rPr lang="en-US" smtClean="0"/>
              <a:t>3/11/26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430F9A2F-C2C4-4E1C-B4B3-07ED84F28C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170490"/>
            <a:ext cx="6464410" cy="457200"/>
          </a:xfrm>
        </p:spPr>
        <p:txBody>
          <a:bodyPr/>
          <a:lstStyle>
            <a:lvl1pPr>
              <a:defRPr b="1"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9BFA0A0-2117-4A10-9DAA-080C21559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6585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6397E4A-EB6A-4FA6-AA4F-69EA0C70F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6ED0C-1DA7-41F0-94CF-6218B1FEDFF1}" type="datetime1">
              <a:rPr lang="en-US" smtClean="0"/>
              <a:t>3/11/26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1A2F5D-7AC4-4F91-965A-7B6A45D6F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6E8B86-CDB8-482F-9D9F-1BFDA3638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92368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77965" y="507037"/>
            <a:ext cx="1571626" cy="533993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933700" y="524373"/>
            <a:ext cx="5959577" cy="532259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277965" y="6296615"/>
            <a:ext cx="2505996" cy="365125"/>
          </a:xfrm>
        </p:spPr>
        <p:txBody>
          <a:bodyPr/>
          <a:lstStyle/>
          <a:p>
            <a:fld id="{EECF02AB-6034-4B88-BC5A-7C17CB0EF809}" type="datetime1">
              <a:rPr lang="en-US" smtClean="0"/>
              <a:t>3/11/26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933699" y="6296615"/>
            <a:ext cx="595957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5400000">
            <a:off x="8734643" y="2853201"/>
            <a:ext cx="5383267" cy="604269"/>
          </a:xfrm>
        </p:spPr>
        <p:txBody>
          <a:bodyPr/>
          <a:lstStyle>
            <a:lvl1pPr algn="l">
              <a:defRPr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 title="Rule Line">
            <a:extLst>
              <a:ext uri="{FF2B5EF4-FFF2-40B4-BE49-F238E27FC236}">
                <a16:creationId xmlns:a16="http://schemas.microsoft.com/office/drawing/2014/main" id="{A1005B08-D2D4-455C-AA62-1200E43E7AF9}"/>
              </a:ext>
            </a:extLst>
          </p:cNvPr>
          <p:cNvCxnSpPr/>
          <p:nvPr/>
        </p:nvCxnSpPr>
        <p:spPr>
          <a:xfrm>
            <a:off x="9111582" y="571502"/>
            <a:ext cx="0" cy="5275467"/>
          </a:xfrm>
          <a:prstGeom prst="line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314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20240" y="442220"/>
            <a:ext cx="8770571" cy="1345269"/>
          </a:xfrm>
          <a:prstGeom prst="rect">
            <a:avLst/>
          </a:prstGeom>
        </p:spPr>
        <p:txBody>
          <a:bodyPr vert="horz" lIns="109728" tIns="109728" rIns="109728" bIns="9144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20240" y="2312276"/>
            <a:ext cx="8770571" cy="3651504"/>
          </a:xfrm>
          <a:prstGeom prst="rect">
            <a:avLst/>
          </a:prstGeom>
        </p:spPr>
        <p:txBody>
          <a:bodyPr vert="horz" lIns="109728" tIns="109728" rIns="109728" bIns="9144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50727" y="6170491"/>
            <a:ext cx="2840083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r">
              <a:defRPr sz="11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C4408324-A84C-4A45-93B6-78D079CCE772}" type="datetime1">
              <a:rPr lang="en-US" smtClean="0"/>
              <a:t>3/11/26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20240" y="6170490"/>
            <a:ext cx="5667375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3744" y="6170490"/>
            <a:ext cx="1188720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  <p:cxnSp>
        <p:nvCxnSpPr>
          <p:cNvPr id="9" name="Straight Connector 8" title="Rule Line">
            <a:extLst>
              <a:ext uri="{FF2B5EF4-FFF2-40B4-BE49-F238E27FC236}">
                <a16:creationId xmlns:a16="http://schemas.microsoft.com/office/drawing/2014/main" id="{430127AE-B29E-4FDF-99D2-A2F1E7003F74}"/>
              </a:ext>
            </a:extLst>
          </p:cNvPr>
          <p:cNvCxnSpPr/>
          <p:nvPr/>
        </p:nvCxnSpPr>
        <p:spPr>
          <a:xfrm>
            <a:off x="1920240" y="2176009"/>
            <a:ext cx="877057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349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50" r:id="rId5"/>
    <p:sldLayoutId id="2147483751" r:id="rId6"/>
    <p:sldLayoutId id="2147483752" r:id="rId7"/>
    <p:sldLayoutId id="2147483753" r:id="rId8"/>
    <p:sldLayoutId id="2147483754" r:id="rId9"/>
    <p:sldLayoutId id="2147483755" r:id="rId10"/>
    <p:sldLayoutId id="2147483756" r:id="rId11"/>
  </p:sldLayoutIdLst>
  <p:hf sldNum="0" hdr="0" ftr="0" dt="0"/>
  <p:txStyles>
    <p:titleStyle>
      <a:lvl1pPr algn="l" defTabSz="914400" rtl="0" eaLnBrk="1" latinLnBrk="0" hangingPunct="1">
        <a:lnSpc>
          <a:spcPct val="130000"/>
        </a:lnSpc>
        <a:spcBef>
          <a:spcPct val="0"/>
        </a:spcBef>
        <a:buNone/>
        <a:defRPr sz="3200" b="1" kern="1200" spc="1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800" b="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6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2024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6pPr>
      <a:lvl7pPr marL="224028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7pPr>
      <a:lvl8pPr marL="256032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8pPr>
      <a:lvl9pPr marL="288036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customXml" Target="../ink/ink3.xml"/><Relationship Id="rId4" Type="http://schemas.openxmlformats.org/officeDocument/2006/relationships/image" Target="../media/image12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C8EEB0F-BA72-49AC-956F-331B60FDE7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10EAE3-3FB9-3E08-99CE-C81ABE05B9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503" r="-1" b="1636"/>
          <a:stretch>
            <a:fillRect/>
          </a:stretch>
        </p:blipFill>
        <p:spPr>
          <a:xfrm>
            <a:off x="1524" y="10"/>
            <a:ext cx="12188952" cy="6857990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FB8CE58F-407C-497E-B723-21FD8C6D35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09937" y="721297"/>
            <a:ext cx="5565913" cy="5415406"/>
            <a:chOff x="797792" y="912854"/>
            <a:chExt cx="5298208" cy="5032292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1BE70332-ECAF-47BB-8C7B-BD049452F6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1439" y="1056388"/>
              <a:ext cx="4968823" cy="4748064"/>
            </a:xfrm>
            <a:custGeom>
              <a:avLst/>
              <a:gdLst>
                <a:gd name="connsiteX0" fmla="*/ 2180840 w 3810827"/>
                <a:gd name="connsiteY0" fmla="*/ 0 h 3634591"/>
                <a:gd name="connsiteX1" fmla="*/ 2866380 w 3810827"/>
                <a:gd name="connsiteY1" fmla="*/ 145165 h 3634591"/>
                <a:gd name="connsiteX2" fmla="*/ 3366366 w 3810827"/>
                <a:gd name="connsiteY2" fmla="*/ 536835 h 3634591"/>
                <a:gd name="connsiteX3" fmla="*/ 3810827 w 3810827"/>
                <a:gd name="connsiteY3" fmla="*/ 1924156 h 3634591"/>
                <a:gd name="connsiteX4" fmla="*/ 3612844 w 3810827"/>
                <a:gd name="connsiteY4" fmla="*/ 2493111 h 3634591"/>
                <a:gd name="connsiteX5" fmla="*/ 3026664 w 3810827"/>
                <a:gd name="connsiteY5" fmla="*/ 3022891 h 3634591"/>
                <a:gd name="connsiteX6" fmla="*/ 2897783 w 3810827"/>
                <a:gd name="connsiteY6" fmla="*/ 3124233 h 3634591"/>
                <a:gd name="connsiteX7" fmla="*/ 1838765 w 3810827"/>
                <a:gd name="connsiteY7" fmla="*/ 3634591 h 3634591"/>
                <a:gd name="connsiteX8" fmla="*/ 443724 w 3810827"/>
                <a:gd name="connsiteY8" fmla="*/ 2805020 h 3634591"/>
                <a:gd name="connsiteX9" fmla="*/ 295053 w 3810827"/>
                <a:gd name="connsiteY9" fmla="*/ 2592792 h 3634591"/>
                <a:gd name="connsiteX10" fmla="*/ 0 w 3810827"/>
                <a:gd name="connsiteY10" fmla="*/ 1924156 h 3634591"/>
                <a:gd name="connsiteX11" fmla="*/ 178275 w 3810827"/>
                <a:gd name="connsiteY11" fmla="*/ 1204061 h 3634591"/>
                <a:gd name="connsiteX12" fmla="*/ 669921 w 3810827"/>
                <a:gd name="connsiteY12" fmla="*/ 585306 h 3634591"/>
                <a:gd name="connsiteX13" fmla="*/ 1380730 w 3810827"/>
                <a:gd name="connsiteY13" fmla="*/ 156203 h 3634591"/>
                <a:gd name="connsiteX14" fmla="*/ 2180840 w 3810827"/>
                <a:gd name="connsiteY14" fmla="*/ 0 h 3634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10827" h="3634591">
                  <a:moveTo>
                    <a:pt x="2180840" y="0"/>
                  </a:moveTo>
                  <a:cubicBezTo>
                    <a:pt x="2431406" y="0"/>
                    <a:pt x="2662018" y="48886"/>
                    <a:pt x="2866380" y="145165"/>
                  </a:cubicBezTo>
                  <a:cubicBezTo>
                    <a:pt x="3057903" y="235467"/>
                    <a:pt x="3226119" y="367269"/>
                    <a:pt x="3366366" y="536835"/>
                  </a:cubicBezTo>
                  <a:cubicBezTo>
                    <a:pt x="3652997" y="883519"/>
                    <a:pt x="3810827" y="1376199"/>
                    <a:pt x="3810827" y="1924156"/>
                  </a:cubicBezTo>
                  <a:cubicBezTo>
                    <a:pt x="3810827" y="2142775"/>
                    <a:pt x="3749739" y="2318234"/>
                    <a:pt x="3612844" y="2493111"/>
                  </a:cubicBezTo>
                  <a:cubicBezTo>
                    <a:pt x="3469652" y="2676041"/>
                    <a:pt x="3254495" y="2844528"/>
                    <a:pt x="3026664" y="3022891"/>
                  </a:cubicBezTo>
                  <a:cubicBezTo>
                    <a:pt x="2984630" y="3055759"/>
                    <a:pt x="2941206" y="3089789"/>
                    <a:pt x="2897783" y="3124233"/>
                  </a:cubicBezTo>
                  <a:cubicBezTo>
                    <a:pt x="2509094" y="3432490"/>
                    <a:pt x="2225408" y="3634591"/>
                    <a:pt x="1838765" y="3634591"/>
                  </a:cubicBezTo>
                  <a:cubicBezTo>
                    <a:pt x="1249640" y="3634591"/>
                    <a:pt x="832413" y="3386508"/>
                    <a:pt x="443724" y="2805020"/>
                  </a:cubicBezTo>
                  <a:cubicBezTo>
                    <a:pt x="392859" y="2728910"/>
                    <a:pt x="343138" y="2659690"/>
                    <a:pt x="295053" y="2592792"/>
                  </a:cubicBezTo>
                  <a:cubicBezTo>
                    <a:pt x="95761" y="2315411"/>
                    <a:pt x="0" y="2171160"/>
                    <a:pt x="0" y="1924156"/>
                  </a:cubicBezTo>
                  <a:cubicBezTo>
                    <a:pt x="0" y="1678896"/>
                    <a:pt x="60024" y="1436622"/>
                    <a:pt x="178275" y="1204061"/>
                  </a:cubicBezTo>
                  <a:cubicBezTo>
                    <a:pt x="293990" y="976561"/>
                    <a:pt x="459425" y="768319"/>
                    <a:pt x="669921" y="585306"/>
                  </a:cubicBezTo>
                  <a:cubicBezTo>
                    <a:pt x="876818" y="405365"/>
                    <a:pt x="1122558" y="256964"/>
                    <a:pt x="1380730" y="156203"/>
                  </a:cubicBezTo>
                  <a:cubicBezTo>
                    <a:pt x="1645852" y="52539"/>
                    <a:pt x="1915145" y="0"/>
                    <a:pt x="2180840" y="0"/>
                  </a:cubicBez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158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16D9361-A35A-4DC8-AAB9-04FD2D6FEE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7792" y="912854"/>
              <a:ext cx="5298208" cy="5032292"/>
            </a:xfrm>
            <a:custGeom>
              <a:avLst/>
              <a:gdLst>
                <a:gd name="connsiteX0" fmla="*/ 2180840 w 3810827"/>
                <a:gd name="connsiteY0" fmla="*/ 0 h 3634591"/>
                <a:gd name="connsiteX1" fmla="*/ 2866380 w 3810827"/>
                <a:gd name="connsiteY1" fmla="*/ 145165 h 3634591"/>
                <a:gd name="connsiteX2" fmla="*/ 3366366 w 3810827"/>
                <a:gd name="connsiteY2" fmla="*/ 536835 h 3634591"/>
                <a:gd name="connsiteX3" fmla="*/ 3810827 w 3810827"/>
                <a:gd name="connsiteY3" fmla="*/ 1924156 h 3634591"/>
                <a:gd name="connsiteX4" fmla="*/ 3612844 w 3810827"/>
                <a:gd name="connsiteY4" fmla="*/ 2493111 h 3634591"/>
                <a:gd name="connsiteX5" fmla="*/ 3026664 w 3810827"/>
                <a:gd name="connsiteY5" fmla="*/ 3022891 h 3634591"/>
                <a:gd name="connsiteX6" fmla="*/ 2897783 w 3810827"/>
                <a:gd name="connsiteY6" fmla="*/ 3124233 h 3634591"/>
                <a:gd name="connsiteX7" fmla="*/ 1838765 w 3810827"/>
                <a:gd name="connsiteY7" fmla="*/ 3634591 h 3634591"/>
                <a:gd name="connsiteX8" fmla="*/ 443724 w 3810827"/>
                <a:gd name="connsiteY8" fmla="*/ 2805020 h 3634591"/>
                <a:gd name="connsiteX9" fmla="*/ 295053 w 3810827"/>
                <a:gd name="connsiteY9" fmla="*/ 2592792 h 3634591"/>
                <a:gd name="connsiteX10" fmla="*/ 0 w 3810827"/>
                <a:gd name="connsiteY10" fmla="*/ 1924156 h 3634591"/>
                <a:gd name="connsiteX11" fmla="*/ 178275 w 3810827"/>
                <a:gd name="connsiteY11" fmla="*/ 1204061 h 3634591"/>
                <a:gd name="connsiteX12" fmla="*/ 669921 w 3810827"/>
                <a:gd name="connsiteY12" fmla="*/ 585306 h 3634591"/>
                <a:gd name="connsiteX13" fmla="*/ 1380730 w 3810827"/>
                <a:gd name="connsiteY13" fmla="*/ 156203 h 3634591"/>
                <a:gd name="connsiteX14" fmla="*/ 2180840 w 3810827"/>
                <a:gd name="connsiteY14" fmla="*/ 0 h 3634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10827" h="3634591">
                  <a:moveTo>
                    <a:pt x="2180840" y="0"/>
                  </a:moveTo>
                  <a:cubicBezTo>
                    <a:pt x="2431406" y="0"/>
                    <a:pt x="2662018" y="48886"/>
                    <a:pt x="2866380" y="145165"/>
                  </a:cubicBezTo>
                  <a:cubicBezTo>
                    <a:pt x="3057903" y="235467"/>
                    <a:pt x="3226119" y="367269"/>
                    <a:pt x="3366366" y="536835"/>
                  </a:cubicBezTo>
                  <a:cubicBezTo>
                    <a:pt x="3652997" y="883519"/>
                    <a:pt x="3810827" y="1376199"/>
                    <a:pt x="3810827" y="1924156"/>
                  </a:cubicBezTo>
                  <a:cubicBezTo>
                    <a:pt x="3810827" y="2142775"/>
                    <a:pt x="3749739" y="2318234"/>
                    <a:pt x="3612844" y="2493111"/>
                  </a:cubicBezTo>
                  <a:cubicBezTo>
                    <a:pt x="3469652" y="2676041"/>
                    <a:pt x="3254495" y="2844528"/>
                    <a:pt x="3026664" y="3022891"/>
                  </a:cubicBezTo>
                  <a:cubicBezTo>
                    <a:pt x="2984630" y="3055759"/>
                    <a:pt x="2941206" y="3089789"/>
                    <a:pt x="2897783" y="3124233"/>
                  </a:cubicBezTo>
                  <a:cubicBezTo>
                    <a:pt x="2509094" y="3432490"/>
                    <a:pt x="2225408" y="3634591"/>
                    <a:pt x="1838765" y="3634591"/>
                  </a:cubicBezTo>
                  <a:cubicBezTo>
                    <a:pt x="1249640" y="3634591"/>
                    <a:pt x="832413" y="3386508"/>
                    <a:pt x="443724" y="2805020"/>
                  </a:cubicBezTo>
                  <a:cubicBezTo>
                    <a:pt x="392859" y="2728910"/>
                    <a:pt x="343138" y="2659690"/>
                    <a:pt x="295053" y="2592792"/>
                  </a:cubicBezTo>
                  <a:cubicBezTo>
                    <a:pt x="95761" y="2315411"/>
                    <a:pt x="0" y="2171160"/>
                    <a:pt x="0" y="1924156"/>
                  </a:cubicBezTo>
                  <a:cubicBezTo>
                    <a:pt x="0" y="1678896"/>
                    <a:pt x="60024" y="1436622"/>
                    <a:pt x="178275" y="1204061"/>
                  </a:cubicBezTo>
                  <a:cubicBezTo>
                    <a:pt x="293990" y="976561"/>
                    <a:pt x="459425" y="768319"/>
                    <a:pt x="669921" y="585306"/>
                  </a:cubicBezTo>
                  <a:cubicBezTo>
                    <a:pt x="876818" y="405365"/>
                    <a:pt x="1122558" y="256964"/>
                    <a:pt x="1380730" y="156203"/>
                  </a:cubicBezTo>
                  <a:cubicBezTo>
                    <a:pt x="1645852" y="52539"/>
                    <a:pt x="1915145" y="0"/>
                    <a:pt x="2180840" y="0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7FC31AD-FBB3-4219-A758-D6F7594A0A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3671" y="1232452"/>
              <a:ext cx="4715122" cy="4439901"/>
            </a:xfrm>
            <a:custGeom>
              <a:avLst/>
              <a:gdLst>
                <a:gd name="connsiteX0" fmla="*/ 2180840 w 3810827"/>
                <a:gd name="connsiteY0" fmla="*/ 0 h 3634591"/>
                <a:gd name="connsiteX1" fmla="*/ 2866380 w 3810827"/>
                <a:gd name="connsiteY1" fmla="*/ 145165 h 3634591"/>
                <a:gd name="connsiteX2" fmla="*/ 3366366 w 3810827"/>
                <a:gd name="connsiteY2" fmla="*/ 536835 h 3634591"/>
                <a:gd name="connsiteX3" fmla="*/ 3810827 w 3810827"/>
                <a:gd name="connsiteY3" fmla="*/ 1924156 h 3634591"/>
                <a:gd name="connsiteX4" fmla="*/ 3612844 w 3810827"/>
                <a:gd name="connsiteY4" fmla="*/ 2493111 h 3634591"/>
                <a:gd name="connsiteX5" fmla="*/ 3026664 w 3810827"/>
                <a:gd name="connsiteY5" fmla="*/ 3022891 h 3634591"/>
                <a:gd name="connsiteX6" fmla="*/ 2897783 w 3810827"/>
                <a:gd name="connsiteY6" fmla="*/ 3124233 h 3634591"/>
                <a:gd name="connsiteX7" fmla="*/ 1838765 w 3810827"/>
                <a:gd name="connsiteY7" fmla="*/ 3634591 h 3634591"/>
                <a:gd name="connsiteX8" fmla="*/ 443724 w 3810827"/>
                <a:gd name="connsiteY8" fmla="*/ 2805020 h 3634591"/>
                <a:gd name="connsiteX9" fmla="*/ 295053 w 3810827"/>
                <a:gd name="connsiteY9" fmla="*/ 2592792 h 3634591"/>
                <a:gd name="connsiteX10" fmla="*/ 0 w 3810827"/>
                <a:gd name="connsiteY10" fmla="*/ 1924156 h 3634591"/>
                <a:gd name="connsiteX11" fmla="*/ 178275 w 3810827"/>
                <a:gd name="connsiteY11" fmla="*/ 1204061 h 3634591"/>
                <a:gd name="connsiteX12" fmla="*/ 669921 w 3810827"/>
                <a:gd name="connsiteY12" fmla="*/ 585306 h 3634591"/>
                <a:gd name="connsiteX13" fmla="*/ 1380730 w 3810827"/>
                <a:gd name="connsiteY13" fmla="*/ 156203 h 3634591"/>
                <a:gd name="connsiteX14" fmla="*/ 2180840 w 3810827"/>
                <a:gd name="connsiteY14" fmla="*/ 0 h 3634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10827" h="3634591">
                  <a:moveTo>
                    <a:pt x="2180840" y="0"/>
                  </a:moveTo>
                  <a:cubicBezTo>
                    <a:pt x="2431406" y="0"/>
                    <a:pt x="2662018" y="48886"/>
                    <a:pt x="2866380" y="145165"/>
                  </a:cubicBezTo>
                  <a:cubicBezTo>
                    <a:pt x="3057903" y="235467"/>
                    <a:pt x="3226119" y="367269"/>
                    <a:pt x="3366366" y="536835"/>
                  </a:cubicBezTo>
                  <a:cubicBezTo>
                    <a:pt x="3652997" y="883519"/>
                    <a:pt x="3810827" y="1376199"/>
                    <a:pt x="3810827" y="1924156"/>
                  </a:cubicBezTo>
                  <a:cubicBezTo>
                    <a:pt x="3810827" y="2142775"/>
                    <a:pt x="3749739" y="2318234"/>
                    <a:pt x="3612844" y="2493111"/>
                  </a:cubicBezTo>
                  <a:cubicBezTo>
                    <a:pt x="3469652" y="2676041"/>
                    <a:pt x="3254495" y="2844528"/>
                    <a:pt x="3026664" y="3022891"/>
                  </a:cubicBezTo>
                  <a:cubicBezTo>
                    <a:pt x="2984630" y="3055759"/>
                    <a:pt x="2941206" y="3089789"/>
                    <a:pt x="2897783" y="3124233"/>
                  </a:cubicBezTo>
                  <a:cubicBezTo>
                    <a:pt x="2509094" y="3432490"/>
                    <a:pt x="2225408" y="3634591"/>
                    <a:pt x="1838765" y="3634591"/>
                  </a:cubicBezTo>
                  <a:cubicBezTo>
                    <a:pt x="1249640" y="3634591"/>
                    <a:pt x="832413" y="3386508"/>
                    <a:pt x="443724" y="2805020"/>
                  </a:cubicBezTo>
                  <a:cubicBezTo>
                    <a:pt x="392859" y="2728910"/>
                    <a:pt x="343138" y="2659690"/>
                    <a:pt x="295053" y="2592792"/>
                  </a:cubicBezTo>
                  <a:cubicBezTo>
                    <a:pt x="95761" y="2315411"/>
                    <a:pt x="0" y="2171160"/>
                    <a:pt x="0" y="1924156"/>
                  </a:cubicBezTo>
                  <a:cubicBezTo>
                    <a:pt x="0" y="1678896"/>
                    <a:pt x="60024" y="1436622"/>
                    <a:pt x="178275" y="1204061"/>
                  </a:cubicBezTo>
                  <a:cubicBezTo>
                    <a:pt x="293990" y="976561"/>
                    <a:pt x="459425" y="768319"/>
                    <a:pt x="669921" y="585306"/>
                  </a:cubicBezTo>
                  <a:cubicBezTo>
                    <a:pt x="876818" y="405365"/>
                    <a:pt x="1122558" y="256964"/>
                    <a:pt x="1380730" y="156203"/>
                  </a:cubicBezTo>
                  <a:cubicBezTo>
                    <a:pt x="1645852" y="52539"/>
                    <a:pt x="1915145" y="0"/>
                    <a:pt x="2180840" y="0"/>
                  </a:cubicBezTo>
                  <a:close/>
                </a:path>
              </a:pathLst>
            </a:custGeom>
            <a:solidFill>
              <a:schemeClr val="bg1">
                <a:alpha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ytuł 1">
            <a:extLst>
              <a:ext uri="{FF2B5EF4-FFF2-40B4-BE49-F238E27FC236}">
                <a16:creationId xmlns:a16="http://schemas.microsoft.com/office/drawing/2014/main" id="{CBBFAECD-B236-9F5F-8F12-96FDD2AA50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71463" y="1685677"/>
            <a:ext cx="4181444" cy="2362673"/>
          </a:xfrm>
        </p:spPr>
        <p:txBody>
          <a:bodyPr anchor="b">
            <a:normAutofit/>
          </a:bodyPr>
          <a:lstStyle/>
          <a:p>
            <a:pPr algn="ctr"/>
            <a:r>
              <a:rPr lang="pl-PL" sz="4800">
                <a:solidFill>
                  <a:schemeClr val="tx1">
                    <a:lumMod val="75000"/>
                    <a:lumOff val="25000"/>
                  </a:schemeClr>
                </a:solidFill>
              </a:rPr>
              <a:t>DevOps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90C8FDFC-3A31-890F-2E1B-96AD168705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20240" y="4048350"/>
            <a:ext cx="3283888" cy="816301"/>
          </a:xfrm>
        </p:spPr>
        <p:txBody>
          <a:bodyPr anchor="t">
            <a:normAutofit/>
          </a:bodyPr>
          <a:lstStyle/>
          <a:p>
            <a:pPr algn="ctr">
              <a:lnSpc>
                <a:spcPct val="120000"/>
              </a:lnSpc>
            </a:pPr>
            <a:r>
              <a:rPr lang="pl-PL" sz="1700">
                <a:solidFill>
                  <a:schemeClr val="tx1">
                    <a:lumMod val="75000"/>
                    <a:lumOff val="25000"/>
                  </a:schemeClr>
                </a:solidFill>
              </a:rPr>
              <a:t>Testowanie w Docker i K8S</a:t>
            </a:r>
          </a:p>
        </p:txBody>
      </p:sp>
    </p:spTree>
    <p:extLst>
      <p:ext uri="{BB962C8B-B14F-4D97-AF65-F5344CB8AC3E}">
        <p14:creationId xmlns:p14="http://schemas.microsoft.com/office/powerpoint/2010/main" val="35696747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266CB33-11A6-8D56-952F-8DF8431EA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Cel 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F15BDDCB-A1BB-BCAE-9E1F-7B09C547CF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pl-PL" sz="1800" b="1" kern="0" dirty="0">
                <a:solidFill>
                  <a:srgbClr val="1F4E78"/>
                </a:solidFill>
                <a:effectLst/>
                <a:latin typeface="Arial" panose="020B0604020202020204" pitchFamily="34" charset="0"/>
              </a:rPr>
              <a:t> Cele szkolenia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Zapoznanie się z fundamentami Docker i konteneryzacją aplikacji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Praktyczne testy wydajności aplikacji w kontenerach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Wdrażanie aplikacji na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Kubernetes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(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Minikube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)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Testowanie i monitorowanie klastrów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Kubernetes</a:t>
            </a:r>
            <a:endParaRPr lang="pl-PL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Narzędzia CI/CD w kontekście testowania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3372514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51A08AC-F796-409C-AD97-8B476289EC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3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E1B312B-4E9A-405C-9CE8-1032543803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0"/>
            <a:ext cx="10853745" cy="6858000"/>
            <a:chOff x="-1" y="0"/>
            <a:chExt cx="10934058" cy="6858000"/>
          </a:xfrm>
        </p:grpSpPr>
        <p:sp>
          <p:nvSpPr>
            <p:cNvPr id="17" name="Freeform: Shape 10">
              <a:extLst>
                <a:ext uri="{FF2B5EF4-FFF2-40B4-BE49-F238E27FC236}">
                  <a16:creationId xmlns:a16="http://schemas.microsoft.com/office/drawing/2014/main" id="{027ED404-4912-4C80-B5EB-98E67EB26A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" y="0"/>
              <a:ext cx="10515600" cy="6858000"/>
            </a:xfrm>
            <a:custGeom>
              <a:avLst/>
              <a:gdLst>
                <a:gd name="connsiteX0" fmla="*/ 0 w 10515600"/>
                <a:gd name="connsiteY0" fmla="*/ 0 h 6858000"/>
                <a:gd name="connsiteX1" fmla="*/ 3039549 w 10515600"/>
                <a:gd name="connsiteY1" fmla="*/ 0 h 6858000"/>
                <a:gd name="connsiteX2" fmla="*/ 3387573 w 10515600"/>
                <a:gd name="connsiteY2" fmla="*/ 0 h 6858000"/>
                <a:gd name="connsiteX3" fmla="*/ 3678072 w 10515600"/>
                <a:gd name="connsiteY3" fmla="*/ 0 h 6858000"/>
                <a:gd name="connsiteX4" fmla="*/ 3721524 w 10515600"/>
                <a:gd name="connsiteY4" fmla="*/ 0 h 6858000"/>
                <a:gd name="connsiteX5" fmla="*/ 4595394 w 10515600"/>
                <a:gd name="connsiteY5" fmla="*/ 0 h 6858000"/>
                <a:gd name="connsiteX6" fmla="*/ 4607603 w 10515600"/>
                <a:gd name="connsiteY6" fmla="*/ 0 h 6858000"/>
                <a:gd name="connsiteX7" fmla="*/ 4733044 w 10515600"/>
                <a:gd name="connsiteY7" fmla="*/ 0 h 6858000"/>
                <a:gd name="connsiteX8" fmla="*/ 6226185 w 10515600"/>
                <a:gd name="connsiteY8" fmla="*/ 0 h 6858000"/>
                <a:gd name="connsiteX9" fmla="*/ 8892577 w 10515600"/>
                <a:gd name="connsiteY9" fmla="*/ 0 h 6858000"/>
                <a:gd name="connsiteX10" fmla="*/ 8914701 w 10515600"/>
                <a:gd name="connsiteY10" fmla="*/ 14997 h 6858000"/>
                <a:gd name="connsiteX11" fmla="*/ 10515600 w 10515600"/>
                <a:gd name="connsiteY11" fmla="*/ 3621656 h 6858000"/>
                <a:gd name="connsiteX12" fmla="*/ 8641250 w 10515600"/>
                <a:gd name="connsiteY12" fmla="*/ 6374814 h 6858000"/>
                <a:gd name="connsiteX13" fmla="*/ 8124602 w 10515600"/>
                <a:gd name="connsiteY13" fmla="*/ 6780599 h 6858000"/>
                <a:gd name="connsiteX14" fmla="*/ 8012846 w 10515600"/>
                <a:gd name="connsiteY14" fmla="*/ 6858000 h 6858000"/>
                <a:gd name="connsiteX15" fmla="*/ 6226185 w 10515600"/>
                <a:gd name="connsiteY15" fmla="*/ 6858000 h 6858000"/>
                <a:gd name="connsiteX16" fmla="*/ 4607603 w 10515600"/>
                <a:gd name="connsiteY16" fmla="*/ 6858000 h 6858000"/>
                <a:gd name="connsiteX17" fmla="*/ 4595394 w 10515600"/>
                <a:gd name="connsiteY17" fmla="*/ 6858000 h 6858000"/>
                <a:gd name="connsiteX18" fmla="*/ 4424650 w 10515600"/>
                <a:gd name="connsiteY18" fmla="*/ 6858000 h 6858000"/>
                <a:gd name="connsiteX19" fmla="*/ 3721524 w 10515600"/>
                <a:gd name="connsiteY19" fmla="*/ 6858000 h 6858000"/>
                <a:gd name="connsiteX20" fmla="*/ 3678072 w 10515600"/>
                <a:gd name="connsiteY20" fmla="*/ 6858000 h 6858000"/>
                <a:gd name="connsiteX21" fmla="*/ 3387573 w 10515600"/>
                <a:gd name="connsiteY21" fmla="*/ 6858000 h 6858000"/>
                <a:gd name="connsiteX22" fmla="*/ 3039549 w 10515600"/>
                <a:gd name="connsiteY22" fmla="*/ 6858000 h 6858000"/>
                <a:gd name="connsiteX23" fmla="*/ 0 w 10515600"/>
                <a:gd name="connsiteY2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0515600" h="6858000">
                  <a:moveTo>
                    <a:pt x="0" y="0"/>
                  </a:moveTo>
                  <a:lnTo>
                    <a:pt x="3039549" y="0"/>
                  </a:lnTo>
                  <a:lnTo>
                    <a:pt x="3387573" y="0"/>
                  </a:lnTo>
                  <a:lnTo>
                    <a:pt x="3678072" y="0"/>
                  </a:lnTo>
                  <a:lnTo>
                    <a:pt x="3721524" y="0"/>
                  </a:lnTo>
                  <a:lnTo>
                    <a:pt x="4595394" y="0"/>
                  </a:lnTo>
                  <a:lnTo>
                    <a:pt x="4607603" y="0"/>
                  </a:lnTo>
                  <a:lnTo>
                    <a:pt x="4733044" y="0"/>
                  </a:lnTo>
                  <a:lnTo>
                    <a:pt x="6226185" y="0"/>
                  </a:lnTo>
                  <a:lnTo>
                    <a:pt x="8892577" y="0"/>
                  </a:lnTo>
                  <a:lnTo>
                    <a:pt x="8914701" y="14997"/>
                  </a:lnTo>
                  <a:cubicBezTo>
                    <a:pt x="9941864" y="754641"/>
                    <a:pt x="10515600" y="2093192"/>
                    <a:pt x="10515600" y="3621656"/>
                  </a:cubicBezTo>
                  <a:cubicBezTo>
                    <a:pt x="10515600" y="4969131"/>
                    <a:pt x="9586875" y="5602839"/>
                    <a:pt x="8641250" y="6374814"/>
                  </a:cubicBezTo>
                  <a:cubicBezTo>
                    <a:pt x="8469047" y="6515397"/>
                    <a:pt x="8298420" y="6653108"/>
                    <a:pt x="8124602" y="6780599"/>
                  </a:cubicBezTo>
                  <a:lnTo>
                    <a:pt x="8012846" y="6858000"/>
                  </a:lnTo>
                  <a:lnTo>
                    <a:pt x="6226185" y="6858000"/>
                  </a:lnTo>
                  <a:lnTo>
                    <a:pt x="4607603" y="6858000"/>
                  </a:lnTo>
                  <a:lnTo>
                    <a:pt x="4595394" y="6858000"/>
                  </a:lnTo>
                  <a:lnTo>
                    <a:pt x="4424650" y="6858000"/>
                  </a:lnTo>
                  <a:lnTo>
                    <a:pt x="3721524" y="6858000"/>
                  </a:lnTo>
                  <a:lnTo>
                    <a:pt x="3678072" y="6858000"/>
                  </a:lnTo>
                  <a:lnTo>
                    <a:pt x="3387573" y="6858000"/>
                  </a:lnTo>
                  <a:lnTo>
                    <a:pt x="3039549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E58012C-4DA3-4ED3-9500-41F9AF60B1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404334" y="0"/>
              <a:ext cx="2529723" cy="6858000"/>
            </a:xfrm>
            <a:custGeom>
              <a:avLst/>
              <a:gdLst>
                <a:gd name="connsiteX0" fmla="*/ 1258269 w 2529723"/>
                <a:gd name="connsiteY0" fmla="*/ 0 h 6858000"/>
                <a:gd name="connsiteX1" fmla="*/ 1275627 w 2529723"/>
                <a:gd name="connsiteY1" fmla="*/ 0 h 6858000"/>
                <a:gd name="connsiteX2" fmla="*/ 1302560 w 2529723"/>
                <a:gd name="connsiteY2" fmla="*/ 24338 h 6858000"/>
                <a:gd name="connsiteX3" fmla="*/ 2522825 w 2529723"/>
                <a:gd name="connsiteY3" fmla="*/ 3678515 h 6858000"/>
                <a:gd name="connsiteX4" fmla="*/ 557500 w 2529723"/>
                <a:gd name="connsiteY4" fmla="*/ 6451411 h 6858000"/>
                <a:gd name="connsiteX5" fmla="*/ 32482 w 2529723"/>
                <a:gd name="connsiteY5" fmla="*/ 6849373 h 6858000"/>
                <a:gd name="connsiteX6" fmla="*/ 19531 w 2529723"/>
                <a:gd name="connsiteY6" fmla="*/ 6858000 h 6858000"/>
                <a:gd name="connsiteX7" fmla="*/ 0 w 2529723"/>
                <a:gd name="connsiteY7" fmla="*/ 6858000 h 6858000"/>
                <a:gd name="connsiteX8" fmla="*/ 14202 w 2529723"/>
                <a:gd name="connsiteY8" fmla="*/ 6848540 h 6858000"/>
                <a:gd name="connsiteX9" fmla="*/ 539221 w 2529723"/>
                <a:gd name="connsiteY9" fmla="*/ 6450578 h 6858000"/>
                <a:gd name="connsiteX10" fmla="*/ 2504546 w 2529723"/>
                <a:gd name="connsiteY10" fmla="*/ 3677682 h 6858000"/>
                <a:gd name="connsiteX11" fmla="*/ 1284280 w 2529723"/>
                <a:gd name="connsiteY11" fmla="*/ 235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29723" h="6858000">
                  <a:moveTo>
                    <a:pt x="1258269" y="0"/>
                  </a:moveTo>
                  <a:lnTo>
                    <a:pt x="1275627" y="0"/>
                  </a:lnTo>
                  <a:lnTo>
                    <a:pt x="1302560" y="24338"/>
                  </a:lnTo>
                  <a:cubicBezTo>
                    <a:pt x="2156831" y="855667"/>
                    <a:pt x="2590622" y="2191755"/>
                    <a:pt x="2522825" y="3678515"/>
                  </a:cubicBezTo>
                  <a:cubicBezTo>
                    <a:pt x="2459072" y="5076606"/>
                    <a:pt x="1519830" y="5692656"/>
                    <a:pt x="557500" y="6451411"/>
                  </a:cubicBezTo>
                  <a:cubicBezTo>
                    <a:pt x="382255" y="6589587"/>
                    <a:pt x="208689" y="6724853"/>
                    <a:pt x="32482" y="6849373"/>
                  </a:cubicBezTo>
                  <a:lnTo>
                    <a:pt x="19531" y="6858000"/>
                  </a:lnTo>
                  <a:lnTo>
                    <a:pt x="0" y="6858000"/>
                  </a:lnTo>
                  <a:lnTo>
                    <a:pt x="14202" y="6848540"/>
                  </a:lnTo>
                  <a:cubicBezTo>
                    <a:pt x="190409" y="6724020"/>
                    <a:pt x="363976" y="6588754"/>
                    <a:pt x="539221" y="6450578"/>
                  </a:cubicBezTo>
                  <a:cubicBezTo>
                    <a:pt x="1501550" y="5691822"/>
                    <a:pt x="2440792" y="5075773"/>
                    <a:pt x="2504546" y="3677682"/>
                  </a:cubicBezTo>
                  <a:cubicBezTo>
                    <a:pt x="2572343" y="2190921"/>
                    <a:pt x="2138551" y="854834"/>
                    <a:pt x="1284280" y="2350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18" name="Freeform: Shape 12">
              <a:extLst>
                <a:ext uri="{FF2B5EF4-FFF2-40B4-BE49-F238E27FC236}">
                  <a16:creationId xmlns:a16="http://schemas.microsoft.com/office/drawing/2014/main" id="{59AC73F7-22BD-4C46-B368-3F03B8478F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184327" y="0"/>
              <a:ext cx="2536434" cy="6858000"/>
            </a:xfrm>
            <a:custGeom>
              <a:avLst/>
              <a:gdLst>
                <a:gd name="connsiteX0" fmla="*/ 879731 w 2536434"/>
                <a:gd name="connsiteY0" fmla="*/ 0 h 6858000"/>
                <a:gd name="connsiteX1" fmla="*/ 913411 w 2536434"/>
                <a:gd name="connsiteY1" fmla="*/ 0 h 6858000"/>
                <a:gd name="connsiteX2" fmla="*/ 935535 w 2536434"/>
                <a:gd name="connsiteY2" fmla="*/ 14997 h 6858000"/>
                <a:gd name="connsiteX3" fmla="*/ 2536434 w 2536434"/>
                <a:gd name="connsiteY3" fmla="*/ 3621656 h 6858000"/>
                <a:gd name="connsiteX4" fmla="*/ 662084 w 2536434"/>
                <a:gd name="connsiteY4" fmla="*/ 6374814 h 6858000"/>
                <a:gd name="connsiteX5" fmla="*/ 145436 w 2536434"/>
                <a:gd name="connsiteY5" fmla="*/ 6780599 h 6858000"/>
                <a:gd name="connsiteX6" fmla="*/ 33680 w 2536434"/>
                <a:gd name="connsiteY6" fmla="*/ 6858000 h 6858000"/>
                <a:gd name="connsiteX7" fmla="*/ 0 w 2536434"/>
                <a:gd name="connsiteY7" fmla="*/ 6858000 h 6858000"/>
                <a:gd name="connsiteX8" fmla="*/ 111756 w 2536434"/>
                <a:gd name="connsiteY8" fmla="*/ 6780599 h 6858000"/>
                <a:gd name="connsiteX9" fmla="*/ 628404 w 2536434"/>
                <a:gd name="connsiteY9" fmla="*/ 6374814 h 6858000"/>
                <a:gd name="connsiteX10" fmla="*/ 2502754 w 2536434"/>
                <a:gd name="connsiteY10" fmla="*/ 3621656 h 6858000"/>
                <a:gd name="connsiteX11" fmla="*/ 901855 w 2536434"/>
                <a:gd name="connsiteY11" fmla="*/ 1499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36434" h="6858000">
                  <a:moveTo>
                    <a:pt x="879731" y="0"/>
                  </a:moveTo>
                  <a:lnTo>
                    <a:pt x="913411" y="0"/>
                  </a:lnTo>
                  <a:lnTo>
                    <a:pt x="935535" y="14997"/>
                  </a:lnTo>
                  <a:cubicBezTo>
                    <a:pt x="1962698" y="754641"/>
                    <a:pt x="2536434" y="2093192"/>
                    <a:pt x="2536434" y="3621656"/>
                  </a:cubicBezTo>
                  <a:cubicBezTo>
                    <a:pt x="2536434" y="4969131"/>
                    <a:pt x="1607709" y="5602839"/>
                    <a:pt x="662084" y="6374814"/>
                  </a:cubicBezTo>
                  <a:cubicBezTo>
                    <a:pt x="489881" y="6515397"/>
                    <a:pt x="319254" y="6653108"/>
                    <a:pt x="145436" y="6780599"/>
                  </a:cubicBezTo>
                  <a:lnTo>
                    <a:pt x="33680" y="6858000"/>
                  </a:lnTo>
                  <a:lnTo>
                    <a:pt x="0" y="6858000"/>
                  </a:lnTo>
                  <a:lnTo>
                    <a:pt x="111756" y="6780599"/>
                  </a:lnTo>
                  <a:cubicBezTo>
                    <a:pt x="285574" y="6653108"/>
                    <a:pt x="456201" y="6515397"/>
                    <a:pt x="628404" y="6374814"/>
                  </a:cubicBezTo>
                  <a:cubicBezTo>
                    <a:pt x="1574029" y="5602839"/>
                    <a:pt x="2502754" y="4969131"/>
                    <a:pt x="2502754" y="3621656"/>
                  </a:cubicBezTo>
                  <a:cubicBezTo>
                    <a:pt x="2502754" y="2093192"/>
                    <a:pt x="1929018" y="754641"/>
                    <a:pt x="901855" y="1499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5C99F96-8984-456F-BD66-5C019A651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53086" y="0"/>
              <a:ext cx="2261351" cy="6858000"/>
            </a:xfrm>
            <a:custGeom>
              <a:avLst/>
              <a:gdLst>
                <a:gd name="connsiteX0" fmla="*/ 879731 w 2521425"/>
                <a:gd name="connsiteY0" fmla="*/ 0 h 6858000"/>
                <a:gd name="connsiteX1" fmla="*/ 898402 w 2521425"/>
                <a:gd name="connsiteY1" fmla="*/ 0 h 6858000"/>
                <a:gd name="connsiteX2" fmla="*/ 920526 w 2521425"/>
                <a:gd name="connsiteY2" fmla="*/ 14997 h 6858000"/>
                <a:gd name="connsiteX3" fmla="*/ 2521425 w 2521425"/>
                <a:gd name="connsiteY3" fmla="*/ 3621656 h 6858000"/>
                <a:gd name="connsiteX4" fmla="*/ 647075 w 2521425"/>
                <a:gd name="connsiteY4" fmla="*/ 6374814 h 6858000"/>
                <a:gd name="connsiteX5" fmla="*/ 130427 w 2521425"/>
                <a:gd name="connsiteY5" fmla="*/ 6780599 h 6858000"/>
                <a:gd name="connsiteX6" fmla="*/ 18671 w 2521425"/>
                <a:gd name="connsiteY6" fmla="*/ 6858000 h 6858000"/>
                <a:gd name="connsiteX7" fmla="*/ 0 w 2521425"/>
                <a:gd name="connsiteY7" fmla="*/ 6858000 h 6858000"/>
                <a:gd name="connsiteX8" fmla="*/ 111756 w 2521425"/>
                <a:gd name="connsiteY8" fmla="*/ 6780599 h 6858000"/>
                <a:gd name="connsiteX9" fmla="*/ 628404 w 2521425"/>
                <a:gd name="connsiteY9" fmla="*/ 6374814 h 6858000"/>
                <a:gd name="connsiteX10" fmla="*/ 2502754 w 2521425"/>
                <a:gd name="connsiteY10" fmla="*/ 3621656 h 6858000"/>
                <a:gd name="connsiteX11" fmla="*/ 901855 w 2521425"/>
                <a:gd name="connsiteY11" fmla="*/ 1499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21425" h="6858000">
                  <a:moveTo>
                    <a:pt x="879731" y="0"/>
                  </a:moveTo>
                  <a:lnTo>
                    <a:pt x="898402" y="0"/>
                  </a:lnTo>
                  <a:lnTo>
                    <a:pt x="920526" y="14997"/>
                  </a:lnTo>
                  <a:cubicBezTo>
                    <a:pt x="1947689" y="754641"/>
                    <a:pt x="2521425" y="2093192"/>
                    <a:pt x="2521425" y="3621656"/>
                  </a:cubicBezTo>
                  <a:cubicBezTo>
                    <a:pt x="2521425" y="4969131"/>
                    <a:pt x="1592700" y="5602839"/>
                    <a:pt x="647075" y="6374814"/>
                  </a:cubicBezTo>
                  <a:cubicBezTo>
                    <a:pt x="474872" y="6515397"/>
                    <a:pt x="304245" y="6653108"/>
                    <a:pt x="130427" y="6780599"/>
                  </a:cubicBezTo>
                  <a:lnTo>
                    <a:pt x="18671" y="6858000"/>
                  </a:lnTo>
                  <a:lnTo>
                    <a:pt x="0" y="6858000"/>
                  </a:lnTo>
                  <a:lnTo>
                    <a:pt x="111756" y="6780599"/>
                  </a:lnTo>
                  <a:cubicBezTo>
                    <a:pt x="285574" y="6653108"/>
                    <a:pt x="456201" y="6515397"/>
                    <a:pt x="628404" y="6374814"/>
                  </a:cubicBezTo>
                  <a:cubicBezTo>
                    <a:pt x="1574029" y="5602839"/>
                    <a:pt x="2502754" y="4969131"/>
                    <a:pt x="2502754" y="3621656"/>
                  </a:cubicBezTo>
                  <a:cubicBezTo>
                    <a:pt x="2502754" y="2093192"/>
                    <a:pt x="1929018" y="754641"/>
                    <a:pt x="901855" y="14997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</p:grpSp>
      <p:sp>
        <p:nvSpPr>
          <p:cNvPr id="2" name="Tytuł 1">
            <a:extLst>
              <a:ext uri="{FF2B5EF4-FFF2-40B4-BE49-F238E27FC236}">
                <a16:creationId xmlns:a16="http://schemas.microsoft.com/office/drawing/2014/main" id="{1686602F-622F-F3A4-86EB-04547161A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0875" y="442913"/>
            <a:ext cx="6857365" cy="1344612"/>
          </a:xfrm>
        </p:spPr>
        <p:txBody>
          <a:bodyPr anchor="b">
            <a:normAutofit/>
          </a:bodyPr>
          <a:lstStyle/>
          <a:p>
            <a:r>
              <a:rPr lang="pl-PL" dirty="0"/>
              <a:t>Wymagania wstępne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FAFBEE84-FF41-02E2-9077-217BD092C3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20875" y="2312988"/>
            <a:ext cx="6857365" cy="3651250"/>
          </a:xfrm>
        </p:spPr>
        <p:txBody>
          <a:bodyPr>
            <a:norm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Podstawowa znajomość linii komend (</a:t>
            </a:r>
            <a:r>
              <a:rPr lang="pl-PL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Bash</a:t>
            </a:r>
            <a:r>
              <a:rPr lang="pl-PL">
                <a:effectLst/>
                <a:latin typeface="Arial" panose="020B0604020202020204" pitchFamily="34" charset="0"/>
                <a:ea typeface="Arial" panose="020B0604020202020204" pitchFamily="34" charset="0"/>
              </a:rPr>
              <a:t>/PowerShell)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>
                <a:effectLst/>
                <a:latin typeface="Arial" panose="020B0604020202020204" pitchFamily="34" charset="0"/>
                <a:ea typeface="Arial" panose="020B0604020202020204" pitchFamily="34" charset="0"/>
              </a:rPr>
              <a:t>Zainstalowany Docker na swoim komputerze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>
                <a:effectLst/>
                <a:latin typeface="Arial" panose="020B0604020202020204" pitchFamily="34" charset="0"/>
                <a:ea typeface="Arial" panose="020B0604020202020204" pitchFamily="34" charset="0"/>
              </a:rPr>
              <a:t>Zainstalowany </a:t>
            </a:r>
            <a:r>
              <a:rPr lang="pl-PL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Minikube</a:t>
            </a:r>
            <a:endParaRPr lang="pl-PL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Podstawowa wiedza na temat HTTP i sieci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>
                <a:effectLst/>
                <a:latin typeface="Arial" panose="020B0604020202020204" pitchFamily="34" charset="0"/>
                <a:ea typeface="Arial" panose="020B0604020202020204" pitchFamily="34" charset="0"/>
              </a:rPr>
              <a:t>Doświadczenie z testowaniem aplikacji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850692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8025800-B5DD-CF65-1481-2ECE1B9D6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Moduł 1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840C9E02-5718-6D0B-6BB2-A00970D15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lang="pl-PL" sz="1800" b="1" dirty="0">
                <a:solidFill>
                  <a:srgbClr val="404040"/>
                </a:solidFill>
                <a:effectLst/>
                <a:latin typeface="Arial" panose="020B0604020202020204" pitchFamily="34" charset="0"/>
              </a:rPr>
              <a:t>Cele modułu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Zrozumienie konteneryzacji i różnic wobec maszyn wirtualnych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Praktyczne użycie Docker CLI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lang="pl-PL" sz="1800" b="1" dirty="0">
                <a:solidFill>
                  <a:srgbClr val="404040"/>
                </a:solidFill>
                <a:effectLst/>
                <a:latin typeface="Arial" panose="020B0604020202020204" pitchFamily="34" charset="0"/>
              </a:rPr>
              <a:t>Zawartość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US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Architektura</a:t>
            </a:r>
            <a:r>
              <a:rPr lang="en-US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Docker (Docker Engine, registries, images)</a:t>
            </a:r>
            <a:endParaRPr lang="pl-PL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Instalacja i konfiguracja Docker</a:t>
            </a: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Podstawowe komendy: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docker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pull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, run,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ps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,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logs</a:t>
            </a:r>
            <a:endParaRPr lang="pl-PL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Przegląd publicznych obrazów (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nginx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,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postgres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,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redis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)</a:t>
            </a: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LAB: Uruchomienie pierwszego kontenera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7209233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0232B4F-9CDE-1805-BF0B-FE6CDDECF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Moduł 2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D5372F4-5583-42CD-CF5B-09594C233B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lang="pl-PL" sz="1800" b="1" dirty="0">
                <a:solidFill>
                  <a:srgbClr val="404040"/>
                </a:solidFill>
                <a:effectLst/>
                <a:latin typeface="Arial" panose="020B0604020202020204" pitchFamily="34" charset="0"/>
              </a:rPr>
              <a:t>Cele modułu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Tworzenie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Dockerfile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dla aplikacji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Optymalizacja obrazów Docker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lang="pl-PL" sz="1800" b="1" dirty="0">
                <a:solidFill>
                  <a:srgbClr val="404040"/>
                </a:solidFill>
                <a:effectLst/>
                <a:latin typeface="Arial" panose="020B0604020202020204" pitchFamily="34" charset="0"/>
              </a:rPr>
              <a:t>Zawartość</a:t>
            </a: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Struktura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Dockerfile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i instrukcje</a:t>
            </a: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Best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practices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: warstwy, cache, minimalizacja rozmiaru</a:t>
            </a: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Multi-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stage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builds</a:t>
            </a:r>
            <a:endParaRPr lang="pl-PL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Docker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build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,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tag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,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push</a:t>
            </a:r>
            <a:endParaRPr lang="pl-PL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LAB: Utworzenie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Dockerfile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dla aplikacji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Python</a:t>
            </a:r>
            <a:endParaRPr lang="pl-PL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2673936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45A5B-EE3F-DE1A-11E4-A490E4CA3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673EFCF-0C50-A1C1-39FD-79FF890CD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Moduł</a:t>
            </a:r>
            <a:r>
              <a:rPr lang="en-US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3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B5D2D13-64DF-CBF6-BE74-C2B8E9050C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lang="en-US" sz="1800" b="1" dirty="0">
                <a:solidFill>
                  <a:srgbClr val="404040"/>
                </a:solidFill>
                <a:effectLst/>
                <a:latin typeface="Arial" panose="020B0604020202020204" pitchFamily="34" charset="0"/>
              </a:rPr>
              <a:t>Cele </a:t>
            </a:r>
            <a:r>
              <a:rPr lang="en-US" sz="1800" b="1" dirty="0" err="1">
                <a:solidFill>
                  <a:srgbClr val="404040"/>
                </a:solidFill>
                <a:effectLst/>
                <a:latin typeface="Arial" panose="020B0604020202020204" pitchFamily="34" charset="0"/>
              </a:rPr>
              <a:t>modułu</a:t>
            </a:r>
            <a:endParaRPr lang="pl-PL" sz="1800" b="1" dirty="0">
              <a:solidFill>
                <a:srgbClr val="404040"/>
              </a:solidFill>
              <a:effectLst/>
              <a:latin typeface="Arial" panose="020B06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Orkiestracja wielu kontenerów lokalnie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lang="pl-PL" sz="1800" b="1" dirty="0">
                <a:solidFill>
                  <a:srgbClr val="404040"/>
                </a:solidFill>
                <a:effectLst/>
                <a:latin typeface="Arial" panose="020B0604020202020204" pitchFamily="34" charset="0"/>
              </a:rPr>
              <a:t>Zawartość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US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docker-</a:t>
            </a:r>
            <a:r>
              <a:rPr lang="en-US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compose.yml</a:t>
            </a:r>
            <a:r>
              <a:rPr lang="en-US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: services, volumes, networks</a:t>
            </a:r>
            <a:endParaRPr lang="pl-PL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342900" lvl="0" indent="-342900">
              <a:buFont typeface="+mj-lt"/>
              <a:buAutoNum type="arabicPeriod"/>
            </a:pPr>
            <a:r>
              <a:rPr lang="en-US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Komendy</a:t>
            </a:r>
            <a:r>
              <a:rPr lang="en-US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: compose up, down, logs, exec</a:t>
            </a:r>
            <a:endParaRPr lang="pl-PL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Linking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kontenerów</a:t>
            </a: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LAB: Aplikacja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multi-tier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(web +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database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)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7233340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056E8ED-5B25-49AE-F9BD-EE056342D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Moduł 4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74D7A81-BCF9-41CB-C25A-F853C8B0C5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lang="pl-PL" sz="1800" b="1" dirty="0">
                <a:solidFill>
                  <a:srgbClr val="404040"/>
                </a:solidFill>
                <a:effectLst/>
                <a:latin typeface="Arial" panose="020B0604020202020204" pitchFamily="34" charset="0"/>
              </a:rPr>
              <a:t>Cele modułu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Strategie testowania kontenery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Health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checks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i diagnostyka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lang="pl-PL" sz="1800" b="1" dirty="0">
                <a:solidFill>
                  <a:srgbClr val="404040"/>
                </a:solidFill>
                <a:effectLst/>
                <a:latin typeface="Arial" panose="020B0604020202020204" pitchFamily="34" charset="0"/>
              </a:rPr>
              <a:t>Zawartość</a:t>
            </a: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Unit testy w Docker</a:t>
            </a: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Integration testy dla kontenerów</a:t>
            </a: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Health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checks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: CMD, HTTP, TCP</a:t>
            </a: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Monitorowanie logów i metryki</a:t>
            </a: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LAB: Implementacja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health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checks</a:t>
            </a:r>
            <a:endParaRPr lang="pl-PL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0529959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D4C6249-AC49-D7FD-364C-1508A2AB1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Moduł 5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C4AEDE7-6451-C736-1E23-7028B0A4C5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lang="pl-PL" sz="1800" b="1" dirty="0">
                <a:solidFill>
                  <a:srgbClr val="404040"/>
                </a:solidFill>
                <a:effectLst/>
                <a:latin typeface="Arial" panose="020B0604020202020204" pitchFamily="34" charset="0"/>
              </a:rPr>
              <a:t>Cele modułu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Architektura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Kubernetes</a:t>
            </a:r>
            <a:endParaRPr lang="pl-PL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Setup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Minikube</a:t>
            </a:r>
            <a:endParaRPr lang="pl-PL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lang="pl-PL" sz="1800" b="1" dirty="0">
                <a:solidFill>
                  <a:srgbClr val="404040"/>
                </a:solidFill>
                <a:effectLst/>
                <a:latin typeface="Arial" panose="020B0604020202020204" pitchFamily="34" charset="0"/>
              </a:rPr>
              <a:t>Zawartość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US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Kubernetes: Control Plane, Worker Nodes, </a:t>
            </a:r>
            <a:r>
              <a:rPr lang="en-US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etcd</a:t>
            </a:r>
            <a:endParaRPr lang="pl-PL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Instalacja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Minikube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(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VirtualBox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, Hyper-V, KVM)</a:t>
            </a: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kubectl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: konfiguracja i podstawowe komendy</a:t>
            </a: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Przegląd klastra: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nodes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,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namespaces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,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resources</a:t>
            </a:r>
            <a:endParaRPr lang="pl-PL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LAB: Setup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Minikube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i pierwsza komenda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kubectl</a:t>
            </a:r>
            <a:endParaRPr lang="pl-PL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8391659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D088322-CD9C-26E6-F0E0-E8FDDC870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Moduł 6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37851B9-6DF5-99D3-21E0-4084BA5F03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lang="pl-PL" sz="1800" b="1" dirty="0">
                <a:solidFill>
                  <a:srgbClr val="404040"/>
                </a:solidFill>
                <a:effectLst/>
                <a:latin typeface="Arial" panose="020B0604020202020204" pitchFamily="34" charset="0"/>
              </a:rPr>
              <a:t>Cele modułu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Tworzenie i zarządzanie zasobami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Deklaratywna konfiguracja (YAML)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lang="pl-PL" sz="1800" b="1" dirty="0">
                <a:solidFill>
                  <a:srgbClr val="404040"/>
                </a:solidFill>
                <a:effectLst/>
                <a:latin typeface="Arial" panose="020B0604020202020204" pitchFamily="34" charset="0"/>
              </a:rPr>
              <a:t>Zawartość</a:t>
            </a: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Pods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: najmniejsza jednostka</a:t>
            </a: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Deployments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: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replicas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, rolling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updates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,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rollback</a:t>
            </a:r>
            <a:endParaRPr lang="pl-PL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Services: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ClusterIP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,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NodePort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,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LoadBalancer</a:t>
            </a:r>
            <a:endParaRPr lang="pl-PL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ConfigMaps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i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Secrets</a:t>
            </a:r>
            <a:endParaRPr lang="pl-PL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342900" lvl="0" indent="-342900">
              <a:buFont typeface="+mj-lt"/>
              <a:buAutoNum type="arabicPeriod"/>
            </a:pPr>
            <a:r>
              <a:rPr lang="en-US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Persistent Volumes (PV) </a:t>
            </a:r>
            <a:r>
              <a:rPr lang="en-US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i</a:t>
            </a:r>
            <a:r>
              <a:rPr lang="en-US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Persistent Volume Claims (PVC)</a:t>
            </a:r>
            <a:endParaRPr lang="pl-PL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LAB: Deployment aplikacji, skalowanie, expose Service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9723125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8B5971A-3D13-2C8C-774A-0136A2CAFC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Moduł 7 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C90CBA6-E6E9-5534-C91C-D6244E186A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lang="pl-PL" sz="1800" b="1" dirty="0">
                <a:solidFill>
                  <a:srgbClr val="404040"/>
                </a:solidFill>
                <a:effectLst/>
                <a:latin typeface="Arial" panose="020B0604020202020204" pitchFamily="34" charset="0"/>
              </a:rPr>
              <a:t>Cele modułu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Strategie testowania w klastrze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Monitoring i diagnostyka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lang="pl-PL" sz="1800" b="1" dirty="0">
                <a:solidFill>
                  <a:srgbClr val="404040"/>
                </a:solidFill>
                <a:effectLst/>
                <a:latin typeface="Arial" panose="020B0604020202020204" pitchFamily="34" charset="0"/>
              </a:rPr>
              <a:t>Zawartość</a:t>
            </a: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Liveness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i Readiness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Probes</a:t>
            </a:r>
            <a:endParaRPr lang="pl-PL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Testing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packs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: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Sonobuoy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,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kubelet</a:t>
            </a:r>
            <a:endParaRPr lang="pl-PL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Logs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: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kubectl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logs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, log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aggregation</a:t>
            </a:r>
            <a:endParaRPr lang="pl-PL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Debugowanie: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exec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, port-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forward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,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describe</a:t>
            </a:r>
            <a:endParaRPr lang="pl-PL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Performance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testing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: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load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testing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pod</a:t>
            </a: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LAB: Konfiguracja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probes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, testy obciążeniowe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608953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B0F7D69-D93C-4C38-A23D-76E000D691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6422" cy="6858000"/>
          </a:xfrm>
          <a:custGeom>
            <a:avLst/>
            <a:gdLst/>
            <a:ahLst/>
            <a:cxnLst/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CD419D4-EA9D-42D9-BF62-B07F0B7B67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5409" y="0"/>
            <a:ext cx="2529723" cy="6858000"/>
          </a:xfrm>
          <a:custGeom>
            <a:avLst/>
            <a:gdLst/>
            <a:ahLst/>
            <a:cxnLst/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C6FEC9B-9608-4181-A9E5-A1B80E7202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5402" y="0"/>
            <a:ext cx="2536434" cy="6858000"/>
          </a:xfrm>
          <a:custGeom>
            <a:avLst/>
            <a:gdLst/>
            <a:ahLst/>
            <a:cxnLst/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AB1564ED-F26F-451D-97D6-A6EC3E83FD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4161" y="0"/>
            <a:ext cx="2261351" cy="6858000"/>
          </a:xfrm>
          <a:custGeom>
            <a:avLst/>
            <a:gdLst/>
            <a:ahLst/>
            <a:cxnLst/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CA184B6-3482-4F43-87F0-BC765DCFD8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6422" cy="6858000"/>
          </a:xfrm>
          <a:custGeom>
            <a:avLst/>
            <a:gdLst/>
            <a:ahLst/>
            <a:cxnLst/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6C869923-8380-4244-9548-802C330638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5409" y="0"/>
            <a:ext cx="2529723" cy="6858000"/>
          </a:xfrm>
          <a:custGeom>
            <a:avLst/>
            <a:gdLst/>
            <a:ahLst/>
            <a:cxnLst/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C06255F2-BC67-4DDE-B34E-AC4BA21838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5402" y="0"/>
            <a:ext cx="2536434" cy="6858000"/>
          </a:xfrm>
          <a:custGeom>
            <a:avLst/>
            <a:gdLst/>
            <a:ahLst/>
            <a:cxnLst/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55169443-FCCD-4C0A-8C69-18CD3FA096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4161" y="0"/>
            <a:ext cx="2261351" cy="6858000"/>
          </a:xfrm>
          <a:custGeom>
            <a:avLst/>
            <a:gdLst/>
            <a:ahLst/>
            <a:cxnLst/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0DBF1ABE-8590-450D-BB49-BDDCCF3EEA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B585BDEE-1F33-72C7-63B6-C7FAED1BB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531" y="1346268"/>
            <a:ext cx="5274860" cy="3066706"/>
          </a:xfrm>
        </p:spPr>
        <p:txBody>
          <a:bodyPr vert="horz" lIns="109728" tIns="109728" rIns="109728" bIns="91440" rtlCol="0" anchor="b">
            <a:normAutofit/>
          </a:bodyPr>
          <a:lstStyle/>
          <a:p>
            <a:pPr>
              <a:lnSpc>
                <a:spcPct val="120000"/>
              </a:lnSpc>
            </a:pPr>
            <a:r>
              <a:rPr lang="en-US" sz="5400">
                <a:solidFill>
                  <a:schemeClr val="tx1">
                    <a:lumMod val="85000"/>
                    <a:lumOff val="15000"/>
                  </a:schemeClr>
                </a:solidFill>
              </a:rPr>
              <a:t>Moduł 1</a:t>
            </a:r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C7D887A3-61AD-4674-BC53-8DFA8CF7B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986049" y="0"/>
            <a:ext cx="5205951" cy="6858000"/>
          </a:xfrm>
          <a:custGeom>
            <a:avLst/>
            <a:gdLst>
              <a:gd name="connsiteX0" fmla="*/ 0 w 5205951"/>
              <a:gd name="connsiteY0" fmla="*/ 0 h 6858000"/>
              <a:gd name="connsiteX1" fmla="*/ 1709529 w 5205951"/>
              <a:gd name="connsiteY1" fmla="*/ 0 h 6858000"/>
              <a:gd name="connsiteX2" fmla="*/ 2489695 w 5205951"/>
              <a:gd name="connsiteY2" fmla="*/ 0 h 6858000"/>
              <a:gd name="connsiteX3" fmla="*/ 3582928 w 5205951"/>
              <a:gd name="connsiteY3" fmla="*/ 0 h 6858000"/>
              <a:gd name="connsiteX4" fmla="*/ 3605052 w 5205951"/>
              <a:gd name="connsiteY4" fmla="*/ 14997 h 6858000"/>
              <a:gd name="connsiteX5" fmla="*/ 5205951 w 5205951"/>
              <a:gd name="connsiteY5" fmla="*/ 3621656 h 6858000"/>
              <a:gd name="connsiteX6" fmla="*/ 3331601 w 5205951"/>
              <a:gd name="connsiteY6" fmla="*/ 6374814 h 6858000"/>
              <a:gd name="connsiteX7" fmla="*/ 2814953 w 5205951"/>
              <a:gd name="connsiteY7" fmla="*/ 6780599 h 6858000"/>
              <a:gd name="connsiteX8" fmla="*/ 2703197 w 5205951"/>
              <a:gd name="connsiteY8" fmla="*/ 6858000 h 6858000"/>
              <a:gd name="connsiteX9" fmla="*/ 2489695 w 5205951"/>
              <a:gd name="connsiteY9" fmla="*/ 6858000 h 6858000"/>
              <a:gd name="connsiteX10" fmla="*/ 1709529 w 5205951"/>
              <a:gd name="connsiteY10" fmla="*/ 6858000 h 6858000"/>
              <a:gd name="connsiteX11" fmla="*/ 0 w 5205951"/>
              <a:gd name="connsiteY1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5205951" h="6858000">
                <a:moveTo>
                  <a:pt x="0" y="0"/>
                </a:moveTo>
                <a:lnTo>
                  <a:pt x="1709529" y="0"/>
                </a:lnTo>
                <a:lnTo>
                  <a:pt x="2489695" y="0"/>
                </a:lnTo>
                <a:lnTo>
                  <a:pt x="3582928" y="0"/>
                </a:lnTo>
                <a:lnTo>
                  <a:pt x="3605052" y="14997"/>
                </a:lnTo>
                <a:cubicBezTo>
                  <a:pt x="4632215" y="754641"/>
                  <a:pt x="5205951" y="2093192"/>
                  <a:pt x="5205951" y="3621656"/>
                </a:cubicBezTo>
                <a:cubicBezTo>
                  <a:pt x="5205951" y="4969131"/>
                  <a:pt x="4277226" y="5602839"/>
                  <a:pt x="3331601" y="6374814"/>
                </a:cubicBezTo>
                <a:cubicBezTo>
                  <a:pt x="3159398" y="6515397"/>
                  <a:pt x="2988771" y="6653108"/>
                  <a:pt x="2814953" y="6780599"/>
                </a:cubicBezTo>
                <a:lnTo>
                  <a:pt x="2703197" y="6858000"/>
                </a:lnTo>
                <a:lnTo>
                  <a:pt x="2489695" y="6858000"/>
                </a:lnTo>
                <a:lnTo>
                  <a:pt x="1709529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479F0FB3-8461-462D-84A2-53106FBF4E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553480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11E3C311-4E8A-45D9-97BF-07F5FD3469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758825" y="0"/>
            <a:ext cx="2536434" cy="6858000"/>
          </a:xfrm>
          <a:custGeom>
            <a:avLst/>
            <a:gdLst>
              <a:gd name="connsiteX0" fmla="*/ 879731 w 2536434"/>
              <a:gd name="connsiteY0" fmla="*/ 0 h 6858000"/>
              <a:gd name="connsiteX1" fmla="*/ 913411 w 2536434"/>
              <a:gd name="connsiteY1" fmla="*/ 0 h 6858000"/>
              <a:gd name="connsiteX2" fmla="*/ 935535 w 2536434"/>
              <a:gd name="connsiteY2" fmla="*/ 14997 h 6858000"/>
              <a:gd name="connsiteX3" fmla="*/ 2536434 w 2536434"/>
              <a:gd name="connsiteY3" fmla="*/ 3621656 h 6858000"/>
              <a:gd name="connsiteX4" fmla="*/ 662084 w 2536434"/>
              <a:gd name="connsiteY4" fmla="*/ 6374814 h 6858000"/>
              <a:gd name="connsiteX5" fmla="*/ 145436 w 2536434"/>
              <a:gd name="connsiteY5" fmla="*/ 6780599 h 6858000"/>
              <a:gd name="connsiteX6" fmla="*/ 33680 w 2536434"/>
              <a:gd name="connsiteY6" fmla="*/ 6858000 h 6858000"/>
              <a:gd name="connsiteX7" fmla="*/ 0 w 2536434"/>
              <a:gd name="connsiteY7" fmla="*/ 6858000 h 6858000"/>
              <a:gd name="connsiteX8" fmla="*/ 111756 w 2536434"/>
              <a:gd name="connsiteY8" fmla="*/ 6780599 h 6858000"/>
              <a:gd name="connsiteX9" fmla="*/ 628404 w 2536434"/>
              <a:gd name="connsiteY9" fmla="*/ 6374814 h 6858000"/>
              <a:gd name="connsiteX10" fmla="*/ 2502754 w 2536434"/>
              <a:gd name="connsiteY10" fmla="*/ 3621656 h 6858000"/>
              <a:gd name="connsiteX11" fmla="*/ 901855 w 2536434"/>
              <a:gd name="connsiteY11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5" name="Picture 4" descr="Zakodowany kolor na planszy obwodu elektronicznego">
            <a:extLst>
              <a:ext uri="{FF2B5EF4-FFF2-40B4-BE49-F238E27FC236}">
                <a16:creationId xmlns:a16="http://schemas.microsoft.com/office/drawing/2014/main" id="{6F26661F-8E9A-70E5-E1FE-B1836194D5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676" r="13984" b="-1"/>
          <a:stretch>
            <a:fillRect/>
          </a:stretch>
        </p:blipFill>
        <p:spPr>
          <a:xfrm>
            <a:off x="7187979" y="10"/>
            <a:ext cx="5004021" cy="6857990"/>
          </a:xfrm>
          <a:custGeom>
            <a:avLst/>
            <a:gdLst/>
            <a:ahLst/>
            <a:cxnLst/>
            <a:rect l="l" t="t" r="r" b="b"/>
            <a:pathLst>
              <a:path w="4901771" h="6858000">
                <a:moveTo>
                  <a:pt x="1623023" y="0"/>
                </a:moveTo>
                <a:lnTo>
                  <a:pt x="2716256" y="0"/>
                </a:lnTo>
                <a:lnTo>
                  <a:pt x="3496422" y="0"/>
                </a:lnTo>
                <a:lnTo>
                  <a:pt x="4544484" y="0"/>
                </a:lnTo>
                <a:lnTo>
                  <a:pt x="4710787" y="0"/>
                </a:lnTo>
                <a:lnTo>
                  <a:pt x="4901771" y="0"/>
                </a:lnTo>
                <a:lnTo>
                  <a:pt x="4901771" y="6858000"/>
                </a:lnTo>
                <a:lnTo>
                  <a:pt x="4710787" y="6858000"/>
                </a:lnTo>
                <a:lnTo>
                  <a:pt x="4544484" y="6858000"/>
                </a:lnTo>
                <a:lnTo>
                  <a:pt x="3496422" y="6858000"/>
                </a:lnTo>
                <a:lnTo>
                  <a:pt x="2716256" y="6858000"/>
                </a:lnTo>
                <a:lnTo>
                  <a:pt x="2502754" y="6858000"/>
                </a:lnTo>
                <a:lnTo>
                  <a:pt x="2390998" y="6780599"/>
                </a:lnTo>
                <a:cubicBezTo>
                  <a:pt x="2217180" y="6653108"/>
                  <a:pt x="2046553" y="6515397"/>
                  <a:pt x="1874350" y="6374814"/>
                </a:cubicBezTo>
                <a:cubicBezTo>
                  <a:pt x="928725" y="5602839"/>
                  <a:pt x="0" y="4969131"/>
                  <a:pt x="0" y="3621656"/>
                </a:cubicBezTo>
                <a:cubicBezTo>
                  <a:pt x="0" y="2093192"/>
                  <a:pt x="573736" y="754641"/>
                  <a:pt x="1600899" y="14997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1752900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637CA83-BA07-D77D-DC74-B0F227E3F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Docker - Czym jest konteneryzacja?</a:t>
            </a:r>
            <a:r>
              <a:rPr lang="pl-PL" dirty="0">
                <a:effectLst/>
              </a:rPr>
              <a:t> </a:t>
            </a:r>
            <a:endParaRPr lang="pl-PL" dirty="0"/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5CE10514-EC43-A418-BE6A-F3394A817B1B}"/>
              </a:ext>
            </a:extLst>
          </p:cNvPr>
          <p:cNvSpPr txBox="1"/>
          <p:nvPr/>
        </p:nvSpPr>
        <p:spPr>
          <a:xfrm>
            <a:off x="882869" y="1114854"/>
            <a:ext cx="15134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4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🐳</a:t>
            </a:r>
            <a:r>
              <a:rPr lang="pl-PL" dirty="0">
                <a:effectLst/>
              </a:rPr>
              <a:t> </a:t>
            </a:r>
            <a:endParaRPr lang="pl-PL" dirty="0"/>
          </a:p>
        </p:txBody>
      </p:sp>
      <p:sp>
        <p:nvSpPr>
          <p:cNvPr id="6" name="Prostokąt 5">
            <a:extLst>
              <a:ext uri="{FF2B5EF4-FFF2-40B4-BE49-F238E27FC236}">
                <a16:creationId xmlns:a16="http://schemas.microsoft.com/office/drawing/2014/main" id="{3089D19F-80F6-7A89-AA49-E298B3857059}"/>
              </a:ext>
            </a:extLst>
          </p:cNvPr>
          <p:cNvSpPr/>
          <p:nvPr/>
        </p:nvSpPr>
        <p:spPr>
          <a:xfrm>
            <a:off x="1418897" y="2984938"/>
            <a:ext cx="2879834" cy="2322786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/>
              <a:t>Maszyna </a:t>
            </a:r>
          </a:p>
          <a:p>
            <a:pPr algn="ctr"/>
            <a:endParaRPr lang="pl-PL" dirty="0"/>
          </a:p>
          <a:p>
            <a:pPr algn="ctr"/>
            <a:endParaRPr lang="pl-PL" dirty="0"/>
          </a:p>
          <a:p>
            <a:pPr algn="ctr"/>
            <a:endParaRPr lang="pl-PL" dirty="0"/>
          </a:p>
          <a:p>
            <a:pPr algn="ctr"/>
            <a:endParaRPr lang="pl-PL" dirty="0"/>
          </a:p>
          <a:p>
            <a:pPr algn="ctr"/>
            <a:endParaRPr lang="pl-PL" dirty="0"/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D2168F6C-5498-E7AC-B289-AAA2BDBDE61B}"/>
              </a:ext>
            </a:extLst>
          </p:cNvPr>
          <p:cNvSpPr/>
          <p:nvPr/>
        </p:nvSpPr>
        <p:spPr>
          <a:xfrm>
            <a:off x="1986455" y="3689131"/>
            <a:ext cx="1744717" cy="4572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800" dirty="0"/>
              <a:t>Pełen OS(4-10BG)</a:t>
            </a:r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3DDE7298-15E0-FD40-E49D-2C2138E6678A}"/>
              </a:ext>
            </a:extLst>
          </p:cNvPr>
          <p:cNvSpPr/>
          <p:nvPr/>
        </p:nvSpPr>
        <p:spPr>
          <a:xfrm>
            <a:off x="1986455" y="4269827"/>
            <a:ext cx="1744717" cy="4572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800" dirty="0"/>
              <a:t>Duże zasoby</a:t>
            </a:r>
          </a:p>
        </p:txBody>
      </p:sp>
      <p:sp>
        <p:nvSpPr>
          <p:cNvPr id="9" name="Prostokąt 8">
            <a:extLst>
              <a:ext uri="{FF2B5EF4-FFF2-40B4-BE49-F238E27FC236}">
                <a16:creationId xmlns:a16="http://schemas.microsoft.com/office/drawing/2014/main" id="{53EDA58E-D6F7-F2BB-565D-A3D621D4CFDC}"/>
              </a:ext>
            </a:extLst>
          </p:cNvPr>
          <p:cNvSpPr/>
          <p:nvPr/>
        </p:nvSpPr>
        <p:spPr>
          <a:xfrm>
            <a:off x="1986454" y="4788775"/>
            <a:ext cx="1744717" cy="4572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800" dirty="0" err="1"/>
              <a:t>Boot</a:t>
            </a:r>
            <a:r>
              <a:rPr lang="pl-PL" sz="800" dirty="0"/>
              <a:t> </a:t>
            </a:r>
            <a:r>
              <a:rPr lang="pl-PL" sz="800" dirty="0" err="1"/>
              <a:t>time</a:t>
            </a:r>
            <a:r>
              <a:rPr lang="pl-PL" sz="800" dirty="0"/>
              <a:t> </a:t>
            </a:r>
          </a:p>
        </p:txBody>
      </p:sp>
      <p:sp>
        <p:nvSpPr>
          <p:cNvPr id="10" name="Prostokąt 9">
            <a:extLst>
              <a:ext uri="{FF2B5EF4-FFF2-40B4-BE49-F238E27FC236}">
                <a16:creationId xmlns:a16="http://schemas.microsoft.com/office/drawing/2014/main" id="{D6AED8C3-3226-5723-94C0-581561189082}"/>
              </a:ext>
            </a:extLst>
          </p:cNvPr>
          <p:cNvSpPr/>
          <p:nvPr/>
        </p:nvSpPr>
        <p:spPr>
          <a:xfrm>
            <a:off x="5985642" y="2984938"/>
            <a:ext cx="2879834" cy="2322786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/>
              <a:t>Kontener </a:t>
            </a:r>
          </a:p>
          <a:p>
            <a:pPr algn="ctr"/>
            <a:endParaRPr lang="pl-PL" dirty="0"/>
          </a:p>
          <a:p>
            <a:pPr algn="ctr"/>
            <a:endParaRPr lang="pl-PL" dirty="0"/>
          </a:p>
          <a:p>
            <a:pPr algn="ctr"/>
            <a:endParaRPr lang="pl-PL" dirty="0"/>
          </a:p>
          <a:p>
            <a:pPr algn="ctr"/>
            <a:endParaRPr lang="pl-PL" dirty="0"/>
          </a:p>
          <a:p>
            <a:pPr algn="ctr"/>
            <a:endParaRPr lang="pl-PL" dirty="0"/>
          </a:p>
        </p:txBody>
      </p:sp>
      <p:sp>
        <p:nvSpPr>
          <p:cNvPr id="11" name="Prostokąt 10">
            <a:extLst>
              <a:ext uri="{FF2B5EF4-FFF2-40B4-BE49-F238E27FC236}">
                <a16:creationId xmlns:a16="http://schemas.microsoft.com/office/drawing/2014/main" id="{9C1ACDDD-F331-6335-E601-914B98C5B6A3}"/>
              </a:ext>
            </a:extLst>
          </p:cNvPr>
          <p:cNvSpPr/>
          <p:nvPr/>
        </p:nvSpPr>
        <p:spPr>
          <a:xfrm>
            <a:off x="6553199" y="3689131"/>
            <a:ext cx="174471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pl-PL" sz="800" dirty="0"/>
              <a:t>Lekkie (MB)</a:t>
            </a:r>
          </a:p>
        </p:txBody>
      </p:sp>
      <p:sp>
        <p:nvSpPr>
          <p:cNvPr id="12" name="Prostokąt 11">
            <a:extLst>
              <a:ext uri="{FF2B5EF4-FFF2-40B4-BE49-F238E27FC236}">
                <a16:creationId xmlns:a16="http://schemas.microsoft.com/office/drawing/2014/main" id="{407C8667-1A35-C830-EA8B-A9CB173F3537}"/>
              </a:ext>
            </a:extLst>
          </p:cNvPr>
          <p:cNvSpPr/>
          <p:nvPr/>
        </p:nvSpPr>
        <p:spPr>
          <a:xfrm>
            <a:off x="6553199" y="4269827"/>
            <a:ext cx="174471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pl-PL" sz="800" dirty="0"/>
              <a:t>Izolacja na poziomie procesów</a:t>
            </a:r>
          </a:p>
        </p:txBody>
      </p:sp>
      <p:sp>
        <p:nvSpPr>
          <p:cNvPr id="13" name="Prostokąt 12">
            <a:extLst>
              <a:ext uri="{FF2B5EF4-FFF2-40B4-BE49-F238E27FC236}">
                <a16:creationId xmlns:a16="http://schemas.microsoft.com/office/drawing/2014/main" id="{A7C6FF69-5319-6D0D-D875-13A955C88277}"/>
              </a:ext>
            </a:extLst>
          </p:cNvPr>
          <p:cNvSpPr/>
          <p:nvPr/>
        </p:nvSpPr>
        <p:spPr>
          <a:xfrm>
            <a:off x="6553199" y="4788775"/>
            <a:ext cx="174471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pl-PL" sz="800" dirty="0" err="1"/>
              <a:t>Build</a:t>
            </a:r>
            <a:r>
              <a:rPr lang="pl-PL" sz="800" dirty="0"/>
              <a:t> </a:t>
            </a:r>
            <a:r>
              <a:rPr lang="pl-PL" sz="800" dirty="0" err="1"/>
              <a:t>once</a:t>
            </a:r>
            <a:r>
              <a:rPr lang="pl-PL" sz="800" dirty="0"/>
              <a:t> run </a:t>
            </a:r>
            <a:r>
              <a:rPr lang="pl-PL" sz="800" dirty="0" err="1"/>
              <a:t>anyware</a:t>
            </a:r>
            <a:endParaRPr lang="pl-PL" sz="800" dirty="0"/>
          </a:p>
        </p:txBody>
      </p:sp>
    </p:spTree>
    <p:extLst>
      <p:ext uri="{BB962C8B-B14F-4D97-AF65-F5344CB8AC3E}">
        <p14:creationId xmlns:p14="http://schemas.microsoft.com/office/powerpoint/2010/main" val="42902597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E7043-A5D7-A8E3-AD57-020B0C14A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714B619-6038-C2A1-321A-61B6198F0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Docker – Architektura ?</a:t>
            </a:r>
            <a:r>
              <a:rPr lang="pl-PL" dirty="0">
                <a:effectLst/>
              </a:rPr>
              <a:t> </a:t>
            </a:r>
            <a:endParaRPr lang="pl-PL" dirty="0"/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F4ABC7D4-B4FE-C24F-907C-08237F61A0AC}"/>
              </a:ext>
            </a:extLst>
          </p:cNvPr>
          <p:cNvSpPr txBox="1"/>
          <p:nvPr/>
        </p:nvSpPr>
        <p:spPr>
          <a:xfrm>
            <a:off x="882869" y="1114854"/>
            <a:ext cx="15134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4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🐳</a:t>
            </a:r>
            <a:r>
              <a:rPr lang="pl-PL" dirty="0">
                <a:effectLst/>
              </a:rPr>
              <a:t> </a:t>
            </a:r>
            <a:endParaRPr lang="pl-PL" dirty="0"/>
          </a:p>
        </p:txBody>
      </p:sp>
      <p:pic>
        <p:nvPicPr>
          <p:cNvPr id="3" name="Obraz 2">
            <a:extLst>
              <a:ext uri="{FF2B5EF4-FFF2-40B4-BE49-F238E27FC236}">
                <a16:creationId xmlns:a16="http://schemas.microsoft.com/office/drawing/2014/main" id="{A7464D7E-85CF-8F65-5088-7F6F981B99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6999" y="2298356"/>
            <a:ext cx="6662352" cy="4441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53618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7469D-B9EC-4E09-0510-B9DEE4998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CCB9DE3-ADEE-A817-66D8-C41ECA0E2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Docker – Architektura</a:t>
            </a:r>
            <a:r>
              <a:rPr lang="pl-PL" dirty="0">
                <a:effectLst/>
              </a:rPr>
              <a:t> </a:t>
            </a:r>
            <a:endParaRPr lang="pl-PL" dirty="0"/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470DDC64-4259-C7FB-4485-BBF7E7112C08}"/>
              </a:ext>
            </a:extLst>
          </p:cNvPr>
          <p:cNvSpPr txBox="1"/>
          <p:nvPr/>
        </p:nvSpPr>
        <p:spPr>
          <a:xfrm>
            <a:off x="882869" y="1114854"/>
            <a:ext cx="15134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4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🐳</a:t>
            </a:r>
            <a:r>
              <a:rPr lang="pl-PL" dirty="0">
                <a:effectLst/>
              </a:rPr>
              <a:t> </a:t>
            </a:r>
            <a:endParaRPr lang="pl-PL" dirty="0"/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79644BA9-86F5-D49B-0761-C5576028C6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5738" y="2380222"/>
            <a:ext cx="6460524" cy="4307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0974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5C66A-FD83-1193-BDB0-3BE8A4D69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964D064-1D7B-0E1C-519E-290F9CEEE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Docker – Architektura </a:t>
            </a:r>
            <a:endParaRPr lang="pl-PL" dirty="0"/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5DB47349-14D8-5494-1E24-3F308EAB54DA}"/>
              </a:ext>
            </a:extLst>
          </p:cNvPr>
          <p:cNvSpPr txBox="1"/>
          <p:nvPr/>
        </p:nvSpPr>
        <p:spPr>
          <a:xfrm>
            <a:off x="882869" y="1114854"/>
            <a:ext cx="15134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4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🐳</a:t>
            </a:r>
            <a:r>
              <a:rPr lang="pl-PL" dirty="0">
                <a:effectLst/>
              </a:rPr>
              <a:t> </a:t>
            </a:r>
            <a:endParaRPr lang="pl-PL" dirty="0"/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15F09B12-88CF-1580-285E-1CF1E992D8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5738" y="2380222"/>
            <a:ext cx="6460524" cy="4307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4452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93B4D24-F4A8-4141-A20A-E0575D1996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CCEEF8A-4A3A-4B35-AA57-D804767F5A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0"/>
            <a:ext cx="12191696" cy="6170490"/>
            <a:chOff x="-2" y="0"/>
            <a:chExt cx="12191696" cy="6170490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55A741C2-AB82-4BF5-9324-5D0B56A3D0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3167675" y="-3167677"/>
              <a:ext cx="5856341" cy="12191695"/>
            </a:xfrm>
            <a:custGeom>
              <a:avLst/>
              <a:gdLst>
                <a:gd name="connsiteX0" fmla="*/ 0 w 5856341"/>
                <a:gd name="connsiteY0" fmla="*/ 12191695 h 12191695"/>
                <a:gd name="connsiteX1" fmla="*/ 0 w 5856341"/>
                <a:gd name="connsiteY1" fmla="*/ 0 h 12191695"/>
                <a:gd name="connsiteX2" fmla="*/ 243849 w 5856341"/>
                <a:gd name="connsiteY2" fmla="*/ 0 h 12191695"/>
                <a:gd name="connsiteX3" fmla="*/ 505121 w 5856341"/>
                <a:gd name="connsiteY3" fmla="*/ 0 h 12191695"/>
                <a:gd name="connsiteX4" fmla="*/ 723207 w 5856341"/>
                <a:gd name="connsiteY4" fmla="*/ 0 h 12191695"/>
                <a:gd name="connsiteX5" fmla="*/ 755828 w 5856341"/>
                <a:gd name="connsiteY5" fmla="*/ 0 h 12191695"/>
                <a:gd name="connsiteX6" fmla="*/ 1411868 w 5856341"/>
                <a:gd name="connsiteY6" fmla="*/ 0 h 12191695"/>
                <a:gd name="connsiteX7" fmla="*/ 1421034 w 5856341"/>
                <a:gd name="connsiteY7" fmla="*/ 0 h 12191695"/>
                <a:gd name="connsiteX8" fmla="*/ 1515206 w 5856341"/>
                <a:gd name="connsiteY8" fmla="*/ 0 h 12191695"/>
                <a:gd name="connsiteX9" fmla="*/ 2636151 w 5856341"/>
                <a:gd name="connsiteY9" fmla="*/ 0 h 12191695"/>
                <a:gd name="connsiteX10" fmla="*/ 4637890 w 5856341"/>
                <a:gd name="connsiteY10" fmla="*/ 0 h 12191695"/>
                <a:gd name="connsiteX11" fmla="*/ 4654499 w 5856341"/>
                <a:gd name="connsiteY11" fmla="*/ 26661 h 12191695"/>
                <a:gd name="connsiteX12" fmla="*/ 5856341 w 5856341"/>
                <a:gd name="connsiteY12" fmla="*/ 6438338 h 12191695"/>
                <a:gd name="connsiteX13" fmla="*/ 4449211 w 5856341"/>
                <a:gd name="connsiteY13" fmla="*/ 11332719 h 12191695"/>
                <a:gd name="connsiteX14" fmla="*/ 4061349 w 5856341"/>
                <a:gd name="connsiteY14" fmla="*/ 12054097 h 12191695"/>
                <a:gd name="connsiteX15" fmla="*/ 3977450 w 5856341"/>
                <a:gd name="connsiteY15" fmla="*/ 12191695 h 12191695"/>
                <a:gd name="connsiteX16" fmla="*/ 2636151 w 5856341"/>
                <a:gd name="connsiteY16" fmla="*/ 12191695 h 12191695"/>
                <a:gd name="connsiteX17" fmla="*/ 1421034 w 5856341"/>
                <a:gd name="connsiteY17" fmla="*/ 12191695 h 12191695"/>
                <a:gd name="connsiteX18" fmla="*/ 1411868 w 5856341"/>
                <a:gd name="connsiteY18" fmla="*/ 12191695 h 12191695"/>
                <a:gd name="connsiteX19" fmla="*/ 1283685 w 5856341"/>
                <a:gd name="connsiteY19" fmla="*/ 12191695 h 12191695"/>
                <a:gd name="connsiteX20" fmla="*/ 755828 w 5856341"/>
                <a:gd name="connsiteY20" fmla="*/ 12191695 h 12191695"/>
                <a:gd name="connsiteX21" fmla="*/ 723207 w 5856341"/>
                <a:gd name="connsiteY21" fmla="*/ 12191695 h 12191695"/>
                <a:gd name="connsiteX22" fmla="*/ 505121 w 5856341"/>
                <a:gd name="connsiteY22" fmla="*/ 12191695 h 12191695"/>
                <a:gd name="connsiteX23" fmla="*/ 243849 w 5856341"/>
                <a:gd name="connsiteY23" fmla="*/ 12191695 h 12191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856341" h="12191695">
                  <a:moveTo>
                    <a:pt x="0" y="12191695"/>
                  </a:moveTo>
                  <a:lnTo>
                    <a:pt x="0" y="0"/>
                  </a:lnTo>
                  <a:lnTo>
                    <a:pt x="243849" y="0"/>
                  </a:lnTo>
                  <a:lnTo>
                    <a:pt x="505121" y="0"/>
                  </a:lnTo>
                  <a:lnTo>
                    <a:pt x="723207" y="0"/>
                  </a:lnTo>
                  <a:lnTo>
                    <a:pt x="755828" y="0"/>
                  </a:lnTo>
                  <a:lnTo>
                    <a:pt x="1411868" y="0"/>
                  </a:lnTo>
                  <a:lnTo>
                    <a:pt x="1421034" y="0"/>
                  </a:lnTo>
                  <a:lnTo>
                    <a:pt x="1515206" y="0"/>
                  </a:lnTo>
                  <a:lnTo>
                    <a:pt x="2636151" y="0"/>
                  </a:lnTo>
                  <a:lnTo>
                    <a:pt x="4637890" y="0"/>
                  </a:lnTo>
                  <a:lnTo>
                    <a:pt x="4654499" y="26661"/>
                  </a:lnTo>
                  <a:cubicBezTo>
                    <a:pt x="5425621" y="1341551"/>
                    <a:pt x="5856341" y="3721137"/>
                    <a:pt x="5856341" y="6438338"/>
                  </a:cubicBezTo>
                  <a:cubicBezTo>
                    <a:pt x="5856341" y="8833790"/>
                    <a:pt x="5159120" y="9960353"/>
                    <a:pt x="4449211" y="11332719"/>
                  </a:cubicBezTo>
                  <a:cubicBezTo>
                    <a:pt x="4319934" y="11582638"/>
                    <a:pt x="4191839" y="11827452"/>
                    <a:pt x="4061349" y="12054097"/>
                  </a:cubicBezTo>
                  <a:lnTo>
                    <a:pt x="3977450" y="12191695"/>
                  </a:lnTo>
                  <a:lnTo>
                    <a:pt x="2636151" y="12191695"/>
                  </a:lnTo>
                  <a:lnTo>
                    <a:pt x="1421034" y="12191695"/>
                  </a:lnTo>
                  <a:lnTo>
                    <a:pt x="1411868" y="12191695"/>
                  </a:lnTo>
                  <a:lnTo>
                    <a:pt x="1283685" y="12191695"/>
                  </a:lnTo>
                  <a:lnTo>
                    <a:pt x="755828" y="12191695"/>
                  </a:lnTo>
                  <a:lnTo>
                    <a:pt x="723207" y="12191695"/>
                  </a:lnTo>
                  <a:lnTo>
                    <a:pt x="505121" y="12191695"/>
                  </a:lnTo>
                  <a:lnTo>
                    <a:pt x="243849" y="12191695"/>
                  </a:ln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DCD46807-BF17-4E5D-90A8-A062604C00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146277" y="-874927"/>
              <a:ext cx="1899138" cy="12191695"/>
            </a:xfrm>
            <a:custGeom>
              <a:avLst/>
              <a:gdLst>
                <a:gd name="connsiteX0" fmla="*/ 1258269 w 2529723"/>
                <a:gd name="connsiteY0" fmla="*/ 0 h 6858000"/>
                <a:gd name="connsiteX1" fmla="*/ 1275627 w 2529723"/>
                <a:gd name="connsiteY1" fmla="*/ 0 h 6858000"/>
                <a:gd name="connsiteX2" fmla="*/ 1302560 w 2529723"/>
                <a:gd name="connsiteY2" fmla="*/ 24338 h 6858000"/>
                <a:gd name="connsiteX3" fmla="*/ 2522825 w 2529723"/>
                <a:gd name="connsiteY3" fmla="*/ 3678515 h 6858000"/>
                <a:gd name="connsiteX4" fmla="*/ 557500 w 2529723"/>
                <a:gd name="connsiteY4" fmla="*/ 6451411 h 6858000"/>
                <a:gd name="connsiteX5" fmla="*/ 32482 w 2529723"/>
                <a:gd name="connsiteY5" fmla="*/ 6849373 h 6858000"/>
                <a:gd name="connsiteX6" fmla="*/ 19531 w 2529723"/>
                <a:gd name="connsiteY6" fmla="*/ 6858000 h 6858000"/>
                <a:gd name="connsiteX7" fmla="*/ 0 w 2529723"/>
                <a:gd name="connsiteY7" fmla="*/ 6858000 h 6858000"/>
                <a:gd name="connsiteX8" fmla="*/ 14202 w 2529723"/>
                <a:gd name="connsiteY8" fmla="*/ 6848540 h 6858000"/>
                <a:gd name="connsiteX9" fmla="*/ 539221 w 2529723"/>
                <a:gd name="connsiteY9" fmla="*/ 6450578 h 6858000"/>
                <a:gd name="connsiteX10" fmla="*/ 2504546 w 2529723"/>
                <a:gd name="connsiteY10" fmla="*/ 3677682 h 6858000"/>
                <a:gd name="connsiteX11" fmla="*/ 1284280 w 2529723"/>
                <a:gd name="connsiteY11" fmla="*/ 235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29723" h="6858000">
                  <a:moveTo>
                    <a:pt x="1258269" y="0"/>
                  </a:moveTo>
                  <a:lnTo>
                    <a:pt x="1275627" y="0"/>
                  </a:lnTo>
                  <a:lnTo>
                    <a:pt x="1302560" y="24338"/>
                  </a:lnTo>
                  <a:cubicBezTo>
                    <a:pt x="2156831" y="855667"/>
                    <a:pt x="2590622" y="2191755"/>
                    <a:pt x="2522825" y="3678515"/>
                  </a:cubicBezTo>
                  <a:cubicBezTo>
                    <a:pt x="2459072" y="5076606"/>
                    <a:pt x="1519830" y="5692656"/>
                    <a:pt x="557500" y="6451411"/>
                  </a:cubicBezTo>
                  <a:cubicBezTo>
                    <a:pt x="382255" y="6589587"/>
                    <a:pt x="208689" y="6724853"/>
                    <a:pt x="32482" y="6849373"/>
                  </a:cubicBezTo>
                  <a:lnTo>
                    <a:pt x="19531" y="6858000"/>
                  </a:lnTo>
                  <a:lnTo>
                    <a:pt x="0" y="6858000"/>
                  </a:lnTo>
                  <a:lnTo>
                    <a:pt x="14202" y="6848540"/>
                  </a:lnTo>
                  <a:cubicBezTo>
                    <a:pt x="190409" y="6724020"/>
                    <a:pt x="363976" y="6588754"/>
                    <a:pt x="539221" y="6450578"/>
                  </a:cubicBezTo>
                  <a:cubicBezTo>
                    <a:pt x="1501550" y="5691822"/>
                    <a:pt x="2440792" y="5075773"/>
                    <a:pt x="2504546" y="3677682"/>
                  </a:cubicBezTo>
                  <a:cubicBezTo>
                    <a:pt x="2572343" y="2190921"/>
                    <a:pt x="2138551" y="854834"/>
                    <a:pt x="1284280" y="2350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823926DB-76C8-474A-B5FB-F43C59E33F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143758" y="-1037574"/>
              <a:ext cx="1904176" cy="12191695"/>
            </a:xfrm>
            <a:custGeom>
              <a:avLst/>
              <a:gdLst>
                <a:gd name="connsiteX0" fmla="*/ 879731 w 2536434"/>
                <a:gd name="connsiteY0" fmla="*/ 0 h 6858000"/>
                <a:gd name="connsiteX1" fmla="*/ 913411 w 2536434"/>
                <a:gd name="connsiteY1" fmla="*/ 0 h 6858000"/>
                <a:gd name="connsiteX2" fmla="*/ 935535 w 2536434"/>
                <a:gd name="connsiteY2" fmla="*/ 14997 h 6858000"/>
                <a:gd name="connsiteX3" fmla="*/ 2536434 w 2536434"/>
                <a:gd name="connsiteY3" fmla="*/ 3621656 h 6858000"/>
                <a:gd name="connsiteX4" fmla="*/ 662084 w 2536434"/>
                <a:gd name="connsiteY4" fmla="*/ 6374814 h 6858000"/>
                <a:gd name="connsiteX5" fmla="*/ 145436 w 2536434"/>
                <a:gd name="connsiteY5" fmla="*/ 6780599 h 6858000"/>
                <a:gd name="connsiteX6" fmla="*/ 33680 w 2536434"/>
                <a:gd name="connsiteY6" fmla="*/ 6858000 h 6858000"/>
                <a:gd name="connsiteX7" fmla="*/ 0 w 2536434"/>
                <a:gd name="connsiteY7" fmla="*/ 6858000 h 6858000"/>
                <a:gd name="connsiteX8" fmla="*/ 111756 w 2536434"/>
                <a:gd name="connsiteY8" fmla="*/ 6780599 h 6858000"/>
                <a:gd name="connsiteX9" fmla="*/ 628404 w 2536434"/>
                <a:gd name="connsiteY9" fmla="*/ 6374814 h 6858000"/>
                <a:gd name="connsiteX10" fmla="*/ 2502754 w 2536434"/>
                <a:gd name="connsiteY10" fmla="*/ 3621656 h 6858000"/>
                <a:gd name="connsiteX11" fmla="*/ 901855 w 2536434"/>
                <a:gd name="connsiteY11" fmla="*/ 1499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36434" h="6858000">
                  <a:moveTo>
                    <a:pt x="879731" y="0"/>
                  </a:moveTo>
                  <a:lnTo>
                    <a:pt x="913411" y="0"/>
                  </a:lnTo>
                  <a:lnTo>
                    <a:pt x="935535" y="14997"/>
                  </a:lnTo>
                  <a:cubicBezTo>
                    <a:pt x="1962698" y="754641"/>
                    <a:pt x="2536434" y="2093192"/>
                    <a:pt x="2536434" y="3621656"/>
                  </a:cubicBezTo>
                  <a:cubicBezTo>
                    <a:pt x="2536434" y="4969131"/>
                    <a:pt x="1607709" y="5602839"/>
                    <a:pt x="662084" y="6374814"/>
                  </a:cubicBezTo>
                  <a:cubicBezTo>
                    <a:pt x="489881" y="6515397"/>
                    <a:pt x="319254" y="6653108"/>
                    <a:pt x="145436" y="6780599"/>
                  </a:cubicBezTo>
                  <a:lnTo>
                    <a:pt x="33680" y="6858000"/>
                  </a:lnTo>
                  <a:lnTo>
                    <a:pt x="0" y="6858000"/>
                  </a:lnTo>
                  <a:lnTo>
                    <a:pt x="111756" y="6780599"/>
                  </a:lnTo>
                  <a:cubicBezTo>
                    <a:pt x="285574" y="6653108"/>
                    <a:pt x="456201" y="6515397"/>
                    <a:pt x="628404" y="6374814"/>
                  </a:cubicBezTo>
                  <a:cubicBezTo>
                    <a:pt x="1574029" y="5602839"/>
                    <a:pt x="2502754" y="4969131"/>
                    <a:pt x="2502754" y="3621656"/>
                  </a:cubicBezTo>
                  <a:cubicBezTo>
                    <a:pt x="2502754" y="2093192"/>
                    <a:pt x="1929018" y="754641"/>
                    <a:pt x="901855" y="1499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C1F5347-E00A-4E12-AC11-18E0B1AF2D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247015" y="-1314429"/>
              <a:ext cx="1697663" cy="12191695"/>
            </a:xfrm>
            <a:custGeom>
              <a:avLst/>
              <a:gdLst>
                <a:gd name="connsiteX0" fmla="*/ 879731 w 2521425"/>
                <a:gd name="connsiteY0" fmla="*/ 0 h 6858000"/>
                <a:gd name="connsiteX1" fmla="*/ 898402 w 2521425"/>
                <a:gd name="connsiteY1" fmla="*/ 0 h 6858000"/>
                <a:gd name="connsiteX2" fmla="*/ 920526 w 2521425"/>
                <a:gd name="connsiteY2" fmla="*/ 14997 h 6858000"/>
                <a:gd name="connsiteX3" fmla="*/ 2521425 w 2521425"/>
                <a:gd name="connsiteY3" fmla="*/ 3621656 h 6858000"/>
                <a:gd name="connsiteX4" fmla="*/ 647075 w 2521425"/>
                <a:gd name="connsiteY4" fmla="*/ 6374814 h 6858000"/>
                <a:gd name="connsiteX5" fmla="*/ 130427 w 2521425"/>
                <a:gd name="connsiteY5" fmla="*/ 6780599 h 6858000"/>
                <a:gd name="connsiteX6" fmla="*/ 18671 w 2521425"/>
                <a:gd name="connsiteY6" fmla="*/ 6858000 h 6858000"/>
                <a:gd name="connsiteX7" fmla="*/ 0 w 2521425"/>
                <a:gd name="connsiteY7" fmla="*/ 6858000 h 6858000"/>
                <a:gd name="connsiteX8" fmla="*/ 111756 w 2521425"/>
                <a:gd name="connsiteY8" fmla="*/ 6780599 h 6858000"/>
                <a:gd name="connsiteX9" fmla="*/ 628404 w 2521425"/>
                <a:gd name="connsiteY9" fmla="*/ 6374814 h 6858000"/>
                <a:gd name="connsiteX10" fmla="*/ 2502754 w 2521425"/>
                <a:gd name="connsiteY10" fmla="*/ 3621656 h 6858000"/>
                <a:gd name="connsiteX11" fmla="*/ 901855 w 2521425"/>
                <a:gd name="connsiteY11" fmla="*/ 1499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21425" h="6858000">
                  <a:moveTo>
                    <a:pt x="879731" y="0"/>
                  </a:moveTo>
                  <a:lnTo>
                    <a:pt x="898402" y="0"/>
                  </a:lnTo>
                  <a:lnTo>
                    <a:pt x="920526" y="14997"/>
                  </a:lnTo>
                  <a:cubicBezTo>
                    <a:pt x="1947689" y="754641"/>
                    <a:pt x="2521425" y="2093192"/>
                    <a:pt x="2521425" y="3621656"/>
                  </a:cubicBezTo>
                  <a:cubicBezTo>
                    <a:pt x="2521425" y="4969131"/>
                    <a:pt x="1592700" y="5602839"/>
                    <a:pt x="647075" y="6374814"/>
                  </a:cubicBezTo>
                  <a:cubicBezTo>
                    <a:pt x="474872" y="6515397"/>
                    <a:pt x="304245" y="6653108"/>
                    <a:pt x="130427" y="6780599"/>
                  </a:cubicBezTo>
                  <a:lnTo>
                    <a:pt x="18671" y="6858000"/>
                  </a:lnTo>
                  <a:lnTo>
                    <a:pt x="0" y="6858000"/>
                  </a:lnTo>
                  <a:lnTo>
                    <a:pt x="111756" y="6780599"/>
                  </a:lnTo>
                  <a:cubicBezTo>
                    <a:pt x="285574" y="6653108"/>
                    <a:pt x="456201" y="6515397"/>
                    <a:pt x="628404" y="6374814"/>
                  </a:cubicBezTo>
                  <a:cubicBezTo>
                    <a:pt x="1574029" y="5602839"/>
                    <a:pt x="2502754" y="4969131"/>
                    <a:pt x="2502754" y="3621656"/>
                  </a:cubicBezTo>
                  <a:cubicBezTo>
                    <a:pt x="2502754" y="2093192"/>
                    <a:pt x="1929018" y="754641"/>
                    <a:pt x="901855" y="14997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</p:grpSp>
      <p:sp>
        <p:nvSpPr>
          <p:cNvPr id="2" name="Tytuł 1">
            <a:extLst>
              <a:ext uri="{FF2B5EF4-FFF2-40B4-BE49-F238E27FC236}">
                <a16:creationId xmlns:a16="http://schemas.microsoft.com/office/drawing/2014/main" id="{9B78F097-DBE5-D36A-9B41-D80F2A4A0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0875" y="85896"/>
            <a:ext cx="9224920" cy="1344612"/>
          </a:xfrm>
        </p:spPr>
        <p:txBody>
          <a:bodyPr anchor="b">
            <a:normAutofit/>
          </a:bodyPr>
          <a:lstStyle/>
          <a:p>
            <a:pPr>
              <a:lnSpc>
                <a:spcPct val="120000"/>
              </a:lnSpc>
            </a:pPr>
            <a:r>
              <a:rPr lang="pl-PL" sz="3000" dirty="0"/>
              <a:t>Architektura image - </a:t>
            </a:r>
            <a:r>
              <a:rPr lang="pl-PL" sz="3000" dirty="0" err="1"/>
              <a:t>dockerfile</a:t>
            </a:r>
            <a:endParaRPr lang="pl-PL" sz="3000" dirty="0"/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821ECDB6-FF85-ECA9-A996-46BCD30AEE3D}"/>
              </a:ext>
            </a:extLst>
          </p:cNvPr>
          <p:cNvSpPr txBox="1"/>
          <p:nvPr/>
        </p:nvSpPr>
        <p:spPr>
          <a:xfrm>
            <a:off x="1135117" y="1731984"/>
            <a:ext cx="4035972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1400" dirty="0"/>
              <a:t># Bazowy obraz z </a:t>
            </a:r>
            <a:r>
              <a:rPr lang="pl-PL" sz="1400" dirty="0" err="1"/>
              <a:t>Node.js</a:t>
            </a:r>
            <a:endParaRPr lang="pl-PL" sz="1400" dirty="0"/>
          </a:p>
          <a:p>
            <a:r>
              <a:rPr lang="pl-PL" sz="1400" dirty="0"/>
              <a:t>FROM node:20-alpine</a:t>
            </a:r>
          </a:p>
          <a:p>
            <a:endParaRPr lang="pl-PL" sz="1400" dirty="0"/>
          </a:p>
          <a:p>
            <a:r>
              <a:rPr lang="pl-PL" sz="1400" dirty="0"/>
              <a:t># Ustaw katalog roboczy w kontenerze</a:t>
            </a:r>
          </a:p>
          <a:p>
            <a:r>
              <a:rPr lang="pl-PL" sz="1400" dirty="0"/>
              <a:t>WORKDIR /</a:t>
            </a:r>
            <a:r>
              <a:rPr lang="pl-PL" sz="1400" dirty="0" err="1"/>
              <a:t>app</a:t>
            </a:r>
            <a:endParaRPr lang="pl-PL" sz="1400" dirty="0"/>
          </a:p>
          <a:p>
            <a:endParaRPr lang="pl-PL" sz="1400" dirty="0"/>
          </a:p>
          <a:p>
            <a:r>
              <a:rPr lang="pl-PL" sz="1400" dirty="0"/>
              <a:t># Skopiuj pliki zależności</a:t>
            </a:r>
          </a:p>
          <a:p>
            <a:r>
              <a:rPr lang="pl-PL" sz="1400" dirty="0"/>
              <a:t>COPY </a:t>
            </a:r>
            <a:r>
              <a:rPr lang="pl-PL" sz="1400" dirty="0" err="1"/>
              <a:t>package</a:t>
            </a:r>
            <a:r>
              <a:rPr lang="pl-PL" sz="1400" dirty="0"/>
              <a:t>*.</a:t>
            </a:r>
            <a:r>
              <a:rPr lang="pl-PL" sz="1400" dirty="0" err="1"/>
              <a:t>json</a:t>
            </a:r>
            <a:r>
              <a:rPr lang="pl-PL" sz="1400" dirty="0"/>
              <a:t> ./</a:t>
            </a:r>
          </a:p>
          <a:p>
            <a:endParaRPr lang="pl-PL" sz="1400" dirty="0"/>
          </a:p>
          <a:p>
            <a:r>
              <a:rPr lang="pl-PL" sz="1400" dirty="0"/>
              <a:t># Zainstaluj zależności</a:t>
            </a:r>
          </a:p>
          <a:p>
            <a:r>
              <a:rPr lang="pl-PL" sz="1400" dirty="0"/>
              <a:t>RUN </a:t>
            </a:r>
            <a:r>
              <a:rPr lang="pl-PL" sz="1400" dirty="0" err="1"/>
              <a:t>npm</a:t>
            </a:r>
            <a:r>
              <a:rPr lang="pl-PL" sz="1400" dirty="0"/>
              <a:t> </a:t>
            </a:r>
            <a:r>
              <a:rPr lang="pl-PL" sz="1400" dirty="0" err="1"/>
              <a:t>install</a:t>
            </a:r>
            <a:endParaRPr lang="pl-PL" sz="1400" dirty="0"/>
          </a:p>
          <a:p>
            <a:endParaRPr lang="pl-PL" sz="1400" dirty="0"/>
          </a:p>
          <a:p>
            <a:r>
              <a:rPr lang="pl-PL" sz="1400" dirty="0"/>
              <a:t># Skopiuj resztę plików aplikacji</a:t>
            </a:r>
          </a:p>
          <a:p>
            <a:r>
              <a:rPr lang="pl-PL" sz="1400" dirty="0"/>
              <a:t>COPY . .</a:t>
            </a:r>
          </a:p>
          <a:p>
            <a:endParaRPr lang="pl-PL" sz="1400" dirty="0"/>
          </a:p>
          <a:p>
            <a:r>
              <a:rPr lang="pl-PL" sz="1400" dirty="0"/>
              <a:t># Aplikacja nasłuchuje na porcie 3000</a:t>
            </a:r>
          </a:p>
          <a:p>
            <a:r>
              <a:rPr lang="pl-PL" sz="1400" dirty="0"/>
              <a:t>EXPOSE 3000</a:t>
            </a:r>
          </a:p>
          <a:p>
            <a:endParaRPr lang="pl-PL" sz="1400" dirty="0"/>
          </a:p>
          <a:p>
            <a:r>
              <a:rPr lang="pl-PL" sz="1400" dirty="0"/>
              <a:t># Komenda uruchamiająca aplikację</a:t>
            </a:r>
          </a:p>
          <a:p>
            <a:r>
              <a:rPr lang="pl-PL" sz="1400" dirty="0"/>
              <a:t>CMD ["</a:t>
            </a:r>
            <a:r>
              <a:rPr lang="pl-PL" sz="1400" dirty="0" err="1"/>
              <a:t>npm</a:t>
            </a:r>
            <a:r>
              <a:rPr lang="pl-PL" sz="1400" dirty="0"/>
              <a:t>", "start"]</a:t>
            </a:r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DA307799-7094-74E4-9984-34C1B74771A8}"/>
              </a:ext>
            </a:extLst>
          </p:cNvPr>
          <p:cNvSpPr txBox="1"/>
          <p:nvPr/>
        </p:nvSpPr>
        <p:spPr>
          <a:xfrm>
            <a:off x="6096000" y="1849014"/>
            <a:ext cx="6096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dirty="0"/>
              <a:t>FROM wybiera obraz bazowy</a:t>
            </a:r>
          </a:p>
          <a:p>
            <a:endParaRPr lang="pl-PL" dirty="0"/>
          </a:p>
          <a:p>
            <a:r>
              <a:rPr lang="pl-PL" dirty="0"/>
              <a:t>WORKDIR ustawia katalog roboczy</a:t>
            </a:r>
          </a:p>
          <a:p>
            <a:endParaRPr lang="pl-PL" dirty="0"/>
          </a:p>
          <a:p>
            <a:r>
              <a:rPr lang="pl-PL" dirty="0"/>
              <a:t>COPY kopiuje pliki do kontenera</a:t>
            </a:r>
          </a:p>
          <a:p>
            <a:endParaRPr lang="pl-PL" dirty="0"/>
          </a:p>
          <a:p>
            <a:r>
              <a:rPr lang="pl-PL" dirty="0"/>
              <a:t>RUN wykonuje polecenie podczas budowania obrazu</a:t>
            </a:r>
          </a:p>
          <a:p>
            <a:endParaRPr lang="pl-PL" dirty="0"/>
          </a:p>
          <a:p>
            <a:r>
              <a:rPr lang="pl-PL" dirty="0"/>
              <a:t>EXPOSE informuje o porcie</a:t>
            </a:r>
          </a:p>
          <a:p>
            <a:endParaRPr lang="pl-PL" dirty="0"/>
          </a:p>
          <a:p>
            <a:r>
              <a:rPr lang="pl-PL" dirty="0"/>
              <a:t>CMD uruchamia aplikację po starcie kontenera</a:t>
            </a:r>
          </a:p>
        </p:txBody>
      </p:sp>
      <p:sp>
        <p:nvSpPr>
          <p:cNvPr id="19" name="pole tekstowe 18">
            <a:extLst>
              <a:ext uri="{FF2B5EF4-FFF2-40B4-BE49-F238E27FC236}">
                <a16:creationId xmlns:a16="http://schemas.microsoft.com/office/drawing/2014/main" id="{F5AC0905-6FF5-B7A1-678C-64F010DBD5ED}"/>
              </a:ext>
            </a:extLst>
          </p:cNvPr>
          <p:cNvSpPr txBox="1"/>
          <p:nvPr/>
        </p:nvSpPr>
        <p:spPr>
          <a:xfrm>
            <a:off x="735725" y="632999"/>
            <a:ext cx="15134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4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🐳</a:t>
            </a:r>
            <a:r>
              <a:rPr lang="pl-PL" dirty="0">
                <a:effectLst/>
              </a:rPr>
              <a:t> 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42567169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030BEF0-1B0A-2401-06A1-6E9186977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Budowanie i uruchamianie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ACA8344-D303-82C5-1B99-53DF4D7D48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b="1" dirty="0" err="1">
                <a:solidFill>
                  <a:schemeClr val="accent1">
                    <a:lumMod val="75000"/>
                  </a:schemeClr>
                </a:solidFill>
              </a:rPr>
              <a:t>docker</a:t>
            </a:r>
            <a:r>
              <a:rPr lang="pl-PL" dirty="0"/>
              <a:t> </a:t>
            </a:r>
            <a:r>
              <a:rPr lang="pl-PL" b="1" dirty="0" err="1"/>
              <a:t>build</a:t>
            </a:r>
            <a:r>
              <a:rPr lang="pl-PL" dirty="0"/>
              <a:t> </a:t>
            </a:r>
            <a:r>
              <a:rPr lang="pl-PL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-t</a:t>
            </a:r>
            <a:r>
              <a:rPr lang="pl-PL" dirty="0"/>
              <a:t> moja-obraz   </a:t>
            </a:r>
            <a:r>
              <a:rPr lang="pl-PL" sz="4800" dirty="0">
                <a:solidFill>
                  <a:srgbClr val="92D050"/>
                </a:solidFill>
              </a:rPr>
              <a:t>.</a:t>
            </a:r>
          </a:p>
          <a:p>
            <a:br>
              <a:rPr lang="pl-PL" dirty="0"/>
            </a:br>
            <a:endParaRPr lang="pl-PL" dirty="0"/>
          </a:p>
          <a:p>
            <a:endParaRPr lang="pl-PL" dirty="0"/>
          </a:p>
          <a:p>
            <a:r>
              <a:rPr lang="pl-PL" dirty="0" err="1"/>
              <a:t>docker</a:t>
            </a:r>
            <a:r>
              <a:rPr lang="pl-PL" dirty="0"/>
              <a:t> </a:t>
            </a:r>
            <a:r>
              <a:rPr lang="pl-PL" b="1" dirty="0"/>
              <a:t>run</a:t>
            </a:r>
            <a:r>
              <a:rPr lang="pl-PL" dirty="0"/>
              <a:t> </a:t>
            </a:r>
            <a:r>
              <a:rPr lang="pl-PL" dirty="0">
                <a:solidFill>
                  <a:srgbClr val="92D050"/>
                </a:solidFill>
              </a:rPr>
              <a:t>-p</a:t>
            </a:r>
            <a:r>
              <a:rPr lang="pl-PL" dirty="0"/>
              <a:t> </a:t>
            </a:r>
            <a:r>
              <a:rPr lang="pl-PL" dirty="0">
                <a:solidFill>
                  <a:schemeClr val="accent1"/>
                </a:solidFill>
              </a:rPr>
              <a:t>3000:3000</a:t>
            </a:r>
            <a:r>
              <a:rPr lang="pl-PL" dirty="0"/>
              <a:t> </a:t>
            </a:r>
            <a:r>
              <a:rPr lang="pl-PL" dirty="0" err="1"/>
              <a:t>moj</a:t>
            </a:r>
            <a:r>
              <a:rPr lang="pl-PL" dirty="0"/>
              <a:t>-obraz</a:t>
            </a: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3E662958-0136-8862-8EF6-0DDBE96BF459}"/>
              </a:ext>
            </a:extLst>
          </p:cNvPr>
          <p:cNvSpPr txBox="1"/>
          <p:nvPr/>
        </p:nvSpPr>
        <p:spPr>
          <a:xfrm>
            <a:off x="882869" y="1114854"/>
            <a:ext cx="15134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4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🐳</a:t>
            </a:r>
            <a:r>
              <a:rPr lang="pl-PL" dirty="0">
                <a:effectLst/>
              </a:rPr>
              <a:t> </a:t>
            </a:r>
            <a:endParaRPr lang="pl-PL" dirty="0"/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6A5E4543-0F7F-F257-6077-CB17BB1B77F6}"/>
              </a:ext>
            </a:extLst>
          </p:cNvPr>
          <p:cNvSpPr txBox="1"/>
          <p:nvPr/>
        </p:nvSpPr>
        <p:spPr>
          <a:xfrm>
            <a:off x="1130178" y="3892904"/>
            <a:ext cx="2181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Buduje obraz </a:t>
            </a:r>
          </a:p>
        </p:txBody>
      </p:sp>
      <p:cxnSp>
        <p:nvCxnSpPr>
          <p:cNvPr id="7" name="Łącznik prosty ze strzałką 6">
            <a:extLst>
              <a:ext uri="{FF2B5EF4-FFF2-40B4-BE49-F238E27FC236}">
                <a16:creationId xmlns:a16="http://schemas.microsoft.com/office/drawing/2014/main" id="{03D7888E-369B-68FB-D3D4-E8DC55E81F19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2220895" y="3231818"/>
            <a:ext cx="1025697" cy="6610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ole tekstowe 9">
            <a:extLst>
              <a:ext uri="{FF2B5EF4-FFF2-40B4-BE49-F238E27FC236}">
                <a16:creationId xmlns:a16="http://schemas.microsoft.com/office/drawing/2014/main" id="{B9F532EB-79AC-CDAC-261C-DD8D54B8D018}"/>
              </a:ext>
            </a:extLst>
          </p:cNvPr>
          <p:cNvSpPr txBox="1"/>
          <p:nvPr/>
        </p:nvSpPr>
        <p:spPr>
          <a:xfrm>
            <a:off x="4036655" y="3930239"/>
            <a:ext cx="3269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Nadaje nazwę obrazowi</a:t>
            </a:r>
          </a:p>
        </p:txBody>
      </p:sp>
      <p:cxnSp>
        <p:nvCxnSpPr>
          <p:cNvPr id="12" name="Łącznik prosty ze strzałką 11">
            <a:extLst>
              <a:ext uri="{FF2B5EF4-FFF2-40B4-BE49-F238E27FC236}">
                <a16:creationId xmlns:a16="http://schemas.microsoft.com/office/drawing/2014/main" id="{B626F4E6-9B0E-F049-A000-94DDFBFFBF82}"/>
              </a:ext>
            </a:extLst>
          </p:cNvPr>
          <p:cNvCxnSpPr>
            <a:cxnSpLocks/>
            <a:stCxn id="10" idx="0"/>
          </p:cNvCxnSpPr>
          <p:nvPr/>
        </p:nvCxnSpPr>
        <p:spPr>
          <a:xfrm flipH="1" flipV="1">
            <a:off x="4045147" y="3225114"/>
            <a:ext cx="1626009" cy="7051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14EDFD47-7429-882F-E66E-2460432FC65D}"/>
              </a:ext>
            </a:extLst>
          </p:cNvPr>
          <p:cNvSpPr txBox="1"/>
          <p:nvPr/>
        </p:nvSpPr>
        <p:spPr>
          <a:xfrm>
            <a:off x="8146854" y="2385850"/>
            <a:ext cx="32690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Jeśli plik domyślnie nazywa się </a:t>
            </a:r>
            <a:r>
              <a:rPr lang="pl-PL" dirty="0" err="1"/>
              <a:t>Dockerfile</a:t>
            </a:r>
            <a:endParaRPr lang="pl-PL" dirty="0"/>
          </a:p>
        </p:txBody>
      </p:sp>
      <p:cxnSp>
        <p:nvCxnSpPr>
          <p:cNvPr id="15" name="Łącznik prosty ze strzałką 14">
            <a:extLst>
              <a:ext uri="{FF2B5EF4-FFF2-40B4-BE49-F238E27FC236}">
                <a16:creationId xmlns:a16="http://schemas.microsoft.com/office/drawing/2014/main" id="{9A41408B-D501-AB15-39E5-87AB33686CAF}"/>
              </a:ext>
            </a:extLst>
          </p:cNvPr>
          <p:cNvCxnSpPr>
            <a:cxnSpLocks/>
            <a:stCxn id="13" idx="1"/>
          </p:cNvCxnSpPr>
          <p:nvPr/>
        </p:nvCxnSpPr>
        <p:spPr>
          <a:xfrm flipH="1">
            <a:off x="6400800" y="2709016"/>
            <a:ext cx="1746054" cy="3231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pole tekstowe 19">
            <a:extLst>
              <a:ext uri="{FF2B5EF4-FFF2-40B4-BE49-F238E27FC236}">
                <a16:creationId xmlns:a16="http://schemas.microsoft.com/office/drawing/2014/main" id="{1EC17B5E-C0C5-B841-3D66-A0B5314CA25E}"/>
              </a:ext>
            </a:extLst>
          </p:cNvPr>
          <p:cNvSpPr txBox="1"/>
          <p:nvPr/>
        </p:nvSpPr>
        <p:spPr>
          <a:xfrm>
            <a:off x="1065158" y="5991915"/>
            <a:ext cx="21814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uruchamia   kontener </a:t>
            </a:r>
          </a:p>
        </p:txBody>
      </p:sp>
      <p:cxnSp>
        <p:nvCxnSpPr>
          <p:cNvPr id="21" name="Łącznik prosty ze strzałką 20">
            <a:extLst>
              <a:ext uri="{FF2B5EF4-FFF2-40B4-BE49-F238E27FC236}">
                <a16:creationId xmlns:a16="http://schemas.microsoft.com/office/drawing/2014/main" id="{0697A132-8C83-6FB7-ED1C-C573439834C3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2155875" y="5330829"/>
            <a:ext cx="1025697" cy="6610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pole tekstowe 21">
            <a:extLst>
              <a:ext uri="{FF2B5EF4-FFF2-40B4-BE49-F238E27FC236}">
                <a16:creationId xmlns:a16="http://schemas.microsoft.com/office/drawing/2014/main" id="{6F398BF9-B99F-C608-A24A-DDA1066566BA}"/>
              </a:ext>
            </a:extLst>
          </p:cNvPr>
          <p:cNvSpPr txBox="1"/>
          <p:nvPr/>
        </p:nvSpPr>
        <p:spPr>
          <a:xfrm>
            <a:off x="3914566" y="5917534"/>
            <a:ext cx="21814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Porty </a:t>
            </a:r>
            <a:r>
              <a:rPr lang="pl-PL" dirty="0" err="1"/>
              <a:t>host:kontener</a:t>
            </a:r>
            <a:endParaRPr lang="pl-PL" dirty="0"/>
          </a:p>
        </p:txBody>
      </p:sp>
      <p:cxnSp>
        <p:nvCxnSpPr>
          <p:cNvPr id="23" name="Łącznik prosty ze strzałką 22">
            <a:extLst>
              <a:ext uri="{FF2B5EF4-FFF2-40B4-BE49-F238E27FC236}">
                <a16:creationId xmlns:a16="http://schemas.microsoft.com/office/drawing/2014/main" id="{146932CF-B365-9F9A-8D19-86B53F8D5B76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3731741" y="5330829"/>
            <a:ext cx="1273542" cy="5867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pole tekstowe 25">
            <a:extLst>
              <a:ext uri="{FF2B5EF4-FFF2-40B4-BE49-F238E27FC236}">
                <a16:creationId xmlns:a16="http://schemas.microsoft.com/office/drawing/2014/main" id="{26BA02FA-03A9-0E6F-9928-1FAB89A4E413}"/>
              </a:ext>
            </a:extLst>
          </p:cNvPr>
          <p:cNvSpPr txBox="1"/>
          <p:nvPr/>
        </p:nvSpPr>
        <p:spPr>
          <a:xfrm>
            <a:off x="8401624" y="5367900"/>
            <a:ext cx="32690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Mój obraz z którego stworzony jest kontener</a:t>
            </a:r>
          </a:p>
        </p:txBody>
      </p:sp>
      <p:cxnSp>
        <p:nvCxnSpPr>
          <p:cNvPr id="27" name="Łącznik prosty ze strzałką 26">
            <a:extLst>
              <a:ext uri="{FF2B5EF4-FFF2-40B4-BE49-F238E27FC236}">
                <a16:creationId xmlns:a16="http://schemas.microsoft.com/office/drawing/2014/main" id="{9AC443E1-45DC-5487-C0BB-557A727F3F55}"/>
              </a:ext>
            </a:extLst>
          </p:cNvPr>
          <p:cNvCxnSpPr>
            <a:cxnSpLocks/>
            <a:stCxn id="26" idx="1"/>
          </p:cNvCxnSpPr>
          <p:nvPr/>
        </p:nvCxnSpPr>
        <p:spPr>
          <a:xfrm flipH="1" flipV="1">
            <a:off x="6849763" y="5177012"/>
            <a:ext cx="1551861" cy="5140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82352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9412BA7-78E4-0754-B4DC-6EE1F7C2C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KISS (</a:t>
            </a:r>
            <a:r>
              <a:rPr lang="pl-PL" dirty="0" err="1"/>
              <a:t>Keep</a:t>
            </a:r>
            <a:r>
              <a:rPr lang="pl-PL" dirty="0"/>
              <a:t> </a:t>
            </a:r>
            <a:r>
              <a:rPr lang="pl-PL" dirty="0" err="1"/>
              <a:t>this</a:t>
            </a:r>
            <a:r>
              <a:rPr lang="pl-PL" dirty="0"/>
              <a:t> Simple </a:t>
            </a:r>
            <a:r>
              <a:rPr lang="pl-PL" dirty="0" err="1"/>
              <a:t>Stupid</a:t>
            </a:r>
            <a:r>
              <a:rPr lang="pl-PL" dirty="0"/>
              <a:t>)</a:t>
            </a:r>
          </a:p>
        </p:txBody>
      </p:sp>
      <p:graphicFrame>
        <p:nvGraphicFramePr>
          <p:cNvPr id="4" name="Symbol zastępczy zawartości 3">
            <a:extLst>
              <a:ext uri="{FF2B5EF4-FFF2-40B4-BE49-F238E27FC236}">
                <a16:creationId xmlns:a16="http://schemas.microsoft.com/office/drawing/2014/main" id="{73905E08-FA92-6401-4320-BF52EF45FB9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84102055"/>
              </p:ext>
            </p:extLst>
          </p:nvPr>
        </p:nvGraphicFramePr>
        <p:xfrm>
          <a:off x="1920240" y="2312276"/>
          <a:ext cx="8770571" cy="36515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986960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955BBF6-7403-A205-F0D5-7DF5ECA33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Proces</a:t>
            </a:r>
          </a:p>
        </p:txBody>
      </p:sp>
      <p:graphicFrame>
        <p:nvGraphicFramePr>
          <p:cNvPr id="4" name="Symbol zastępczy zawartości 3">
            <a:extLst>
              <a:ext uri="{FF2B5EF4-FFF2-40B4-BE49-F238E27FC236}">
                <a16:creationId xmlns:a16="http://schemas.microsoft.com/office/drawing/2014/main" id="{24FD3BD0-2E94-08AC-E46A-2681F2EA0F4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49322564"/>
              </p:ext>
            </p:extLst>
          </p:nvPr>
        </p:nvGraphicFramePr>
        <p:xfrm>
          <a:off x="1920240" y="2312276"/>
          <a:ext cx="8770571" cy="36515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902367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B0F7D69-D93C-4C38-A23D-76E000D691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6422" cy="6858000"/>
          </a:xfrm>
          <a:custGeom>
            <a:avLst/>
            <a:gdLst/>
            <a:ahLst/>
            <a:cxnLst/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CD419D4-EA9D-42D9-BF62-B07F0B7B67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5409" y="0"/>
            <a:ext cx="2529723" cy="6858000"/>
          </a:xfrm>
          <a:custGeom>
            <a:avLst/>
            <a:gdLst/>
            <a:ahLst/>
            <a:cxnLst/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C6FEC9B-9608-4181-A9E5-A1B80E7202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5402" y="0"/>
            <a:ext cx="2536434" cy="6858000"/>
          </a:xfrm>
          <a:custGeom>
            <a:avLst/>
            <a:gdLst/>
            <a:ahLst/>
            <a:cxnLst/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AB1564ED-F26F-451D-97D6-A6EC3E83FD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4161" y="0"/>
            <a:ext cx="2261351" cy="6858000"/>
          </a:xfrm>
          <a:custGeom>
            <a:avLst/>
            <a:gdLst/>
            <a:ahLst/>
            <a:cxnLst/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CA184B6-3482-4F43-87F0-BC765DCFD8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6422" cy="6858000"/>
          </a:xfrm>
          <a:custGeom>
            <a:avLst/>
            <a:gdLst/>
            <a:ahLst/>
            <a:cxnLst/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6C869923-8380-4244-9548-802C330638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5409" y="0"/>
            <a:ext cx="2529723" cy="6858000"/>
          </a:xfrm>
          <a:custGeom>
            <a:avLst/>
            <a:gdLst/>
            <a:ahLst/>
            <a:cxnLst/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C06255F2-BC67-4DDE-B34E-AC4BA21838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5402" y="0"/>
            <a:ext cx="2536434" cy="6858000"/>
          </a:xfrm>
          <a:custGeom>
            <a:avLst/>
            <a:gdLst/>
            <a:ahLst/>
            <a:cxnLst/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55169443-FCCD-4C0A-8C69-18CD3FA096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4161" y="0"/>
            <a:ext cx="2261351" cy="6858000"/>
          </a:xfrm>
          <a:custGeom>
            <a:avLst/>
            <a:gdLst/>
            <a:ahLst/>
            <a:cxnLst/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0DBF1ABE-8590-450D-BB49-BDDCCF3EEA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1A20634B-B604-90BD-4168-57E0CE6341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531" y="1346268"/>
            <a:ext cx="5274860" cy="3066706"/>
          </a:xfrm>
        </p:spPr>
        <p:txBody>
          <a:bodyPr vert="horz" lIns="109728" tIns="109728" rIns="109728" bIns="91440" rtlCol="0" anchor="b"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5400">
                <a:solidFill>
                  <a:schemeClr val="tx1">
                    <a:lumMod val="85000"/>
                    <a:lumOff val="15000"/>
                  </a:schemeClr>
                </a:solidFill>
              </a:rPr>
              <a:t>Praktyka – utwórz konto</a:t>
            </a:r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C7D887A3-61AD-4674-BC53-8DFA8CF7B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986049" y="0"/>
            <a:ext cx="5205951" cy="6858000"/>
          </a:xfrm>
          <a:custGeom>
            <a:avLst/>
            <a:gdLst>
              <a:gd name="connsiteX0" fmla="*/ 0 w 5205951"/>
              <a:gd name="connsiteY0" fmla="*/ 0 h 6858000"/>
              <a:gd name="connsiteX1" fmla="*/ 1709529 w 5205951"/>
              <a:gd name="connsiteY1" fmla="*/ 0 h 6858000"/>
              <a:gd name="connsiteX2" fmla="*/ 2489695 w 5205951"/>
              <a:gd name="connsiteY2" fmla="*/ 0 h 6858000"/>
              <a:gd name="connsiteX3" fmla="*/ 3582928 w 5205951"/>
              <a:gd name="connsiteY3" fmla="*/ 0 h 6858000"/>
              <a:gd name="connsiteX4" fmla="*/ 3605052 w 5205951"/>
              <a:gd name="connsiteY4" fmla="*/ 14997 h 6858000"/>
              <a:gd name="connsiteX5" fmla="*/ 5205951 w 5205951"/>
              <a:gd name="connsiteY5" fmla="*/ 3621656 h 6858000"/>
              <a:gd name="connsiteX6" fmla="*/ 3331601 w 5205951"/>
              <a:gd name="connsiteY6" fmla="*/ 6374814 h 6858000"/>
              <a:gd name="connsiteX7" fmla="*/ 2814953 w 5205951"/>
              <a:gd name="connsiteY7" fmla="*/ 6780599 h 6858000"/>
              <a:gd name="connsiteX8" fmla="*/ 2703197 w 5205951"/>
              <a:gd name="connsiteY8" fmla="*/ 6858000 h 6858000"/>
              <a:gd name="connsiteX9" fmla="*/ 2489695 w 5205951"/>
              <a:gd name="connsiteY9" fmla="*/ 6858000 h 6858000"/>
              <a:gd name="connsiteX10" fmla="*/ 1709529 w 5205951"/>
              <a:gd name="connsiteY10" fmla="*/ 6858000 h 6858000"/>
              <a:gd name="connsiteX11" fmla="*/ 0 w 5205951"/>
              <a:gd name="connsiteY1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5205951" h="6858000">
                <a:moveTo>
                  <a:pt x="0" y="0"/>
                </a:moveTo>
                <a:lnTo>
                  <a:pt x="1709529" y="0"/>
                </a:lnTo>
                <a:lnTo>
                  <a:pt x="2489695" y="0"/>
                </a:lnTo>
                <a:lnTo>
                  <a:pt x="3582928" y="0"/>
                </a:lnTo>
                <a:lnTo>
                  <a:pt x="3605052" y="14997"/>
                </a:lnTo>
                <a:cubicBezTo>
                  <a:pt x="4632215" y="754641"/>
                  <a:pt x="5205951" y="2093192"/>
                  <a:pt x="5205951" y="3621656"/>
                </a:cubicBezTo>
                <a:cubicBezTo>
                  <a:pt x="5205951" y="4969131"/>
                  <a:pt x="4277226" y="5602839"/>
                  <a:pt x="3331601" y="6374814"/>
                </a:cubicBezTo>
                <a:cubicBezTo>
                  <a:pt x="3159398" y="6515397"/>
                  <a:pt x="2988771" y="6653108"/>
                  <a:pt x="2814953" y="6780599"/>
                </a:cubicBezTo>
                <a:lnTo>
                  <a:pt x="2703197" y="6858000"/>
                </a:lnTo>
                <a:lnTo>
                  <a:pt x="2489695" y="6858000"/>
                </a:lnTo>
                <a:lnTo>
                  <a:pt x="1709529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479F0FB3-8461-462D-84A2-53106FBF4E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553480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11E3C311-4E8A-45D9-97BF-07F5FD3469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758825" y="0"/>
            <a:ext cx="2536434" cy="6858000"/>
          </a:xfrm>
          <a:custGeom>
            <a:avLst/>
            <a:gdLst>
              <a:gd name="connsiteX0" fmla="*/ 879731 w 2536434"/>
              <a:gd name="connsiteY0" fmla="*/ 0 h 6858000"/>
              <a:gd name="connsiteX1" fmla="*/ 913411 w 2536434"/>
              <a:gd name="connsiteY1" fmla="*/ 0 h 6858000"/>
              <a:gd name="connsiteX2" fmla="*/ 935535 w 2536434"/>
              <a:gd name="connsiteY2" fmla="*/ 14997 h 6858000"/>
              <a:gd name="connsiteX3" fmla="*/ 2536434 w 2536434"/>
              <a:gd name="connsiteY3" fmla="*/ 3621656 h 6858000"/>
              <a:gd name="connsiteX4" fmla="*/ 662084 w 2536434"/>
              <a:gd name="connsiteY4" fmla="*/ 6374814 h 6858000"/>
              <a:gd name="connsiteX5" fmla="*/ 145436 w 2536434"/>
              <a:gd name="connsiteY5" fmla="*/ 6780599 h 6858000"/>
              <a:gd name="connsiteX6" fmla="*/ 33680 w 2536434"/>
              <a:gd name="connsiteY6" fmla="*/ 6858000 h 6858000"/>
              <a:gd name="connsiteX7" fmla="*/ 0 w 2536434"/>
              <a:gd name="connsiteY7" fmla="*/ 6858000 h 6858000"/>
              <a:gd name="connsiteX8" fmla="*/ 111756 w 2536434"/>
              <a:gd name="connsiteY8" fmla="*/ 6780599 h 6858000"/>
              <a:gd name="connsiteX9" fmla="*/ 628404 w 2536434"/>
              <a:gd name="connsiteY9" fmla="*/ 6374814 h 6858000"/>
              <a:gd name="connsiteX10" fmla="*/ 2502754 w 2536434"/>
              <a:gd name="connsiteY10" fmla="*/ 3621656 h 6858000"/>
              <a:gd name="connsiteX11" fmla="*/ 901855 w 2536434"/>
              <a:gd name="connsiteY11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EC34FDDE-F232-9BF9-B8F7-EEFDDC3897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555" r="18537"/>
          <a:stretch>
            <a:fillRect/>
          </a:stretch>
        </p:blipFill>
        <p:spPr>
          <a:xfrm>
            <a:off x="7187979" y="10"/>
            <a:ext cx="5004021" cy="6857990"/>
          </a:xfrm>
          <a:custGeom>
            <a:avLst/>
            <a:gdLst/>
            <a:ahLst/>
            <a:cxnLst/>
            <a:rect l="l" t="t" r="r" b="b"/>
            <a:pathLst>
              <a:path w="4901771" h="6858000">
                <a:moveTo>
                  <a:pt x="1623023" y="0"/>
                </a:moveTo>
                <a:lnTo>
                  <a:pt x="2716256" y="0"/>
                </a:lnTo>
                <a:lnTo>
                  <a:pt x="3496422" y="0"/>
                </a:lnTo>
                <a:lnTo>
                  <a:pt x="4544484" y="0"/>
                </a:lnTo>
                <a:lnTo>
                  <a:pt x="4710787" y="0"/>
                </a:lnTo>
                <a:lnTo>
                  <a:pt x="4901771" y="0"/>
                </a:lnTo>
                <a:lnTo>
                  <a:pt x="4901771" y="6858000"/>
                </a:lnTo>
                <a:lnTo>
                  <a:pt x="4710787" y="6858000"/>
                </a:lnTo>
                <a:lnTo>
                  <a:pt x="4544484" y="6858000"/>
                </a:lnTo>
                <a:lnTo>
                  <a:pt x="3496422" y="6858000"/>
                </a:lnTo>
                <a:lnTo>
                  <a:pt x="2716256" y="6858000"/>
                </a:lnTo>
                <a:lnTo>
                  <a:pt x="2502754" y="6858000"/>
                </a:lnTo>
                <a:lnTo>
                  <a:pt x="2390998" y="6780599"/>
                </a:lnTo>
                <a:cubicBezTo>
                  <a:pt x="2217180" y="6653108"/>
                  <a:pt x="2046553" y="6515397"/>
                  <a:pt x="1874350" y="6374814"/>
                </a:cubicBezTo>
                <a:cubicBezTo>
                  <a:pt x="928725" y="5602839"/>
                  <a:pt x="0" y="4969131"/>
                  <a:pt x="0" y="3621656"/>
                </a:cubicBezTo>
                <a:cubicBezTo>
                  <a:pt x="0" y="2093192"/>
                  <a:pt x="573736" y="754641"/>
                  <a:pt x="1600899" y="14997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750193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C243906-A68E-599A-109C-65BD64C5E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dirty="0"/>
              <a:t>Praktyka - </a:t>
            </a:r>
            <a:r>
              <a:rPr lang="pl-PL" b="0" baseline="0" dirty="0"/>
              <a:t>Tworzysz obraz aplikacji </a:t>
            </a:r>
            <a:endParaRPr lang="pl-PL" dirty="0"/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9EBBB5E3-2A73-5129-C2CB-13F5977D95ED}"/>
              </a:ext>
            </a:extLst>
          </p:cNvPr>
          <p:cNvSpPr txBox="1"/>
          <p:nvPr/>
        </p:nvSpPr>
        <p:spPr>
          <a:xfrm>
            <a:off x="2075935" y="2483708"/>
            <a:ext cx="33116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Katalog 1-cwiczenie</a:t>
            </a:r>
          </a:p>
        </p:txBody>
      </p:sp>
      <p:pic>
        <p:nvPicPr>
          <p:cNvPr id="8" name="Obraz 7" descr="Obraz zawierający tekst, zrzut ekranu, Czcionka&#10;&#10;Opis wygenerowany automatycznie">
            <a:extLst>
              <a:ext uri="{FF2B5EF4-FFF2-40B4-BE49-F238E27FC236}">
                <a16:creationId xmlns:a16="http://schemas.microsoft.com/office/drawing/2014/main" id="{5E7EEE06-B49E-504D-E2EF-2ED7EB620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5935" y="3248578"/>
            <a:ext cx="5461000" cy="218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82526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EA3E9-D656-AA24-EDC6-5EAE869BF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45D59F6-8AC6-0550-8B0F-208B36993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dirty="0"/>
              <a:t>Praktyka - </a:t>
            </a:r>
            <a:r>
              <a:rPr lang="pl-PL" b="0" baseline="0" dirty="0"/>
              <a:t>Tworzysz obraz aplikacji </a:t>
            </a:r>
            <a:endParaRPr lang="pl-PL" dirty="0"/>
          </a:p>
        </p:txBody>
      </p:sp>
      <p:pic>
        <p:nvPicPr>
          <p:cNvPr id="3" name="Obraz 2">
            <a:extLst>
              <a:ext uri="{FF2B5EF4-FFF2-40B4-BE49-F238E27FC236}">
                <a16:creationId xmlns:a16="http://schemas.microsoft.com/office/drawing/2014/main" id="{F7785E82-D40D-9640-A8E1-7AD617BE28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700021"/>
            <a:ext cx="7772400" cy="3138475"/>
          </a:xfrm>
          <a:prstGeom prst="rect">
            <a:avLst/>
          </a:prstGeom>
        </p:spPr>
      </p:pic>
      <p:sp>
        <p:nvSpPr>
          <p:cNvPr id="6" name="pole tekstowe 5">
            <a:extLst>
              <a:ext uri="{FF2B5EF4-FFF2-40B4-BE49-F238E27FC236}">
                <a16:creationId xmlns:a16="http://schemas.microsoft.com/office/drawing/2014/main" id="{0A51EFA1-FF1C-5675-CA84-712BB9B175C1}"/>
              </a:ext>
            </a:extLst>
          </p:cNvPr>
          <p:cNvSpPr txBox="1"/>
          <p:nvPr/>
        </p:nvSpPr>
        <p:spPr>
          <a:xfrm>
            <a:off x="2209800" y="5924993"/>
            <a:ext cx="85045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l-PL" dirty="0"/>
          </a:p>
          <a:p>
            <a:pPr rtl="0"/>
            <a:r>
              <a:rPr lang="pl-PL" dirty="0" err="1"/>
              <a:t>docker</a:t>
            </a:r>
            <a:r>
              <a:rPr lang="pl-PL" dirty="0"/>
              <a:t> </a:t>
            </a:r>
            <a:r>
              <a:rPr lang="pl-PL" dirty="0" err="1"/>
              <a:t>build</a:t>
            </a:r>
            <a:r>
              <a:rPr lang="pl-PL" dirty="0"/>
              <a:t> -t </a:t>
            </a:r>
            <a:r>
              <a:rPr lang="pl-PL" dirty="0" err="1"/>
              <a:t>twoj_imie</a:t>
            </a:r>
            <a:r>
              <a:rPr lang="pl-PL" dirty="0"/>
              <a:t>/moja-aplikacja:1.0 .</a:t>
            </a: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9CFB5B68-76F5-50E6-37E1-5ACBC140BAB8}"/>
              </a:ext>
            </a:extLst>
          </p:cNvPr>
          <p:cNvSpPr txBox="1"/>
          <p:nvPr/>
        </p:nvSpPr>
        <p:spPr>
          <a:xfrm>
            <a:off x="2035776" y="2244192"/>
            <a:ext cx="7946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dirty="0"/>
              <a:t>W folderze z projektem masz </a:t>
            </a:r>
            <a:r>
              <a:rPr lang="pl-PL" dirty="0" err="1"/>
              <a:t>Dockerfile</a:t>
            </a:r>
            <a:r>
              <a:rPr lang="pl-PL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9133432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17FB096-1EB8-0FCA-BCF9-48E41BFFF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Praktyka docker login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84A8FEF-EB6B-E33A-CB72-B8DB40728E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/>
              <a:t>docker login </a:t>
            </a:r>
            <a:endParaRPr lang="pl-PL" dirty="0"/>
          </a:p>
        </p:txBody>
      </p:sp>
      <p:pic>
        <p:nvPicPr>
          <p:cNvPr id="5" name="Obraz 4" descr="Obraz zawierający tekst, zrzut ekranu, Czcionka&#10;&#10;Opis wygenerowany automatycznie">
            <a:extLst>
              <a:ext uri="{FF2B5EF4-FFF2-40B4-BE49-F238E27FC236}">
                <a16:creationId xmlns:a16="http://schemas.microsoft.com/office/drawing/2014/main" id="{95C20850-3BE3-A12A-0E4C-69719F6C23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3129717"/>
            <a:ext cx="7772400" cy="2016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0462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D939B38-65EF-E24F-20BF-B5BADA7BF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Praktyka wysłanie 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6F0156EE-A544-4A52-7484-19D096A328F8}"/>
              </a:ext>
            </a:extLst>
          </p:cNvPr>
          <p:cNvSpPr txBox="1"/>
          <p:nvPr/>
        </p:nvSpPr>
        <p:spPr>
          <a:xfrm>
            <a:off x="3493874" y="3538322"/>
            <a:ext cx="60980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l-PL" dirty="0"/>
          </a:p>
          <a:p>
            <a:pPr rtl="0"/>
            <a:r>
              <a:rPr lang="pl-PL" dirty="0" err="1"/>
              <a:t>docker</a:t>
            </a:r>
            <a:r>
              <a:rPr lang="pl-PL" dirty="0"/>
              <a:t> </a:t>
            </a:r>
            <a:r>
              <a:rPr lang="pl-PL" dirty="0" err="1"/>
              <a:t>push</a:t>
            </a:r>
            <a:r>
              <a:rPr lang="pl-PL" dirty="0"/>
              <a:t> </a:t>
            </a:r>
            <a:r>
              <a:rPr lang="pl-PL" dirty="0" err="1"/>
              <a:t>twoje_repo</a:t>
            </a:r>
            <a:r>
              <a:rPr lang="pl-PL" dirty="0"/>
              <a:t>/moja-aplikacja:1.0</a:t>
            </a:r>
          </a:p>
        </p:txBody>
      </p:sp>
    </p:spTree>
    <p:extLst>
      <p:ext uri="{BB962C8B-B14F-4D97-AF65-F5344CB8AC3E}">
        <p14:creationId xmlns:p14="http://schemas.microsoft.com/office/powerpoint/2010/main" val="10540270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E93807-C9A4-7C0D-AEB2-C53518581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B0F7D69-D93C-4C38-A23D-76E000D691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6422" cy="6858000"/>
          </a:xfrm>
          <a:custGeom>
            <a:avLst/>
            <a:gdLst/>
            <a:ahLst/>
            <a:cxnLst/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CD419D4-EA9D-42D9-BF62-B07F0B7B67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5409" y="0"/>
            <a:ext cx="2529723" cy="6858000"/>
          </a:xfrm>
          <a:custGeom>
            <a:avLst/>
            <a:gdLst/>
            <a:ahLst/>
            <a:cxnLst/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C6FEC9B-9608-4181-A9E5-A1B80E7202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5402" y="0"/>
            <a:ext cx="2536434" cy="6858000"/>
          </a:xfrm>
          <a:custGeom>
            <a:avLst/>
            <a:gdLst/>
            <a:ahLst/>
            <a:cxnLst/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AB1564ED-F26F-451D-97D6-A6EC3E83FD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4161" y="0"/>
            <a:ext cx="2261351" cy="6858000"/>
          </a:xfrm>
          <a:custGeom>
            <a:avLst/>
            <a:gdLst/>
            <a:ahLst/>
            <a:cxnLst/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AF50A80E-5DCB-4320-9947-73BF2D6F05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6422" cy="6858000"/>
          </a:xfrm>
          <a:custGeom>
            <a:avLst/>
            <a:gdLst/>
            <a:ahLst/>
            <a:cxnLst/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E9C9717-43F9-44EA-9215-3F2D15B1C7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5409" y="0"/>
            <a:ext cx="2529723" cy="6858000"/>
          </a:xfrm>
          <a:custGeom>
            <a:avLst/>
            <a:gdLst/>
            <a:ahLst/>
            <a:cxnLst/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66004D1-3DCE-405F-9046-6DE912409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5402" y="0"/>
            <a:ext cx="2536434" cy="6858000"/>
          </a:xfrm>
          <a:custGeom>
            <a:avLst/>
            <a:gdLst/>
            <a:ahLst/>
            <a:cxnLst/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D1319957-918B-4BBC-B357-957813808C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4161" y="0"/>
            <a:ext cx="2261351" cy="6858000"/>
          </a:xfrm>
          <a:custGeom>
            <a:avLst/>
            <a:gdLst/>
            <a:ahLst/>
            <a:cxnLst/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0DBF1ABE-8590-450D-BB49-BDDCCF3EEA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E312684-34E6-4414-83D2-62B3C76BC4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0"/>
            <a:ext cx="10934058" cy="6858000"/>
            <a:chOff x="-1" y="0"/>
            <a:chExt cx="10934058" cy="6858000"/>
          </a:xfrm>
        </p:grpSpPr>
        <p:sp>
          <p:nvSpPr>
            <p:cNvPr id="34" name="Freeform: Shape 27">
              <a:extLst>
                <a:ext uri="{FF2B5EF4-FFF2-40B4-BE49-F238E27FC236}">
                  <a16:creationId xmlns:a16="http://schemas.microsoft.com/office/drawing/2014/main" id="{604F4760-8690-4B2E-87EE-6BD660BA82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" y="0"/>
              <a:ext cx="10515600" cy="6858000"/>
            </a:xfrm>
            <a:custGeom>
              <a:avLst/>
              <a:gdLst>
                <a:gd name="connsiteX0" fmla="*/ 0 w 10515600"/>
                <a:gd name="connsiteY0" fmla="*/ 0 h 6858000"/>
                <a:gd name="connsiteX1" fmla="*/ 3039549 w 10515600"/>
                <a:gd name="connsiteY1" fmla="*/ 0 h 6858000"/>
                <a:gd name="connsiteX2" fmla="*/ 3387573 w 10515600"/>
                <a:gd name="connsiteY2" fmla="*/ 0 h 6858000"/>
                <a:gd name="connsiteX3" fmla="*/ 3678072 w 10515600"/>
                <a:gd name="connsiteY3" fmla="*/ 0 h 6858000"/>
                <a:gd name="connsiteX4" fmla="*/ 3721524 w 10515600"/>
                <a:gd name="connsiteY4" fmla="*/ 0 h 6858000"/>
                <a:gd name="connsiteX5" fmla="*/ 4595394 w 10515600"/>
                <a:gd name="connsiteY5" fmla="*/ 0 h 6858000"/>
                <a:gd name="connsiteX6" fmla="*/ 4607603 w 10515600"/>
                <a:gd name="connsiteY6" fmla="*/ 0 h 6858000"/>
                <a:gd name="connsiteX7" fmla="*/ 4733044 w 10515600"/>
                <a:gd name="connsiteY7" fmla="*/ 0 h 6858000"/>
                <a:gd name="connsiteX8" fmla="*/ 6226185 w 10515600"/>
                <a:gd name="connsiteY8" fmla="*/ 0 h 6858000"/>
                <a:gd name="connsiteX9" fmla="*/ 8892577 w 10515600"/>
                <a:gd name="connsiteY9" fmla="*/ 0 h 6858000"/>
                <a:gd name="connsiteX10" fmla="*/ 8914701 w 10515600"/>
                <a:gd name="connsiteY10" fmla="*/ 14997 h 6858000"/>
                <a:gd name="connsiteX11" fmla="*/ 10515600 w 10515600"/>
                <a:gd name="connsiteY11" fmla="*/ 3621656 h 6858000"/>
                <a:gd name="connsiteX12" fmla="*/ 8641250 w 10515600"/>
                <a:gd name="connsiteY12" fmla="*/ 6374814 h 6858000"/>
                <a:gd name="connsiteX13" fmla="*/ 8124602 w 10515600"/>
                <a:gd name="connsiteY13" fmla="*/ 6780599 h 6858000"/>
                <a:gd name="connsiteX14" fmla="*/ 8012846 w 10515600"/>
                <a:gd name="connsiteY14" fmla="*/ 6858000 h 6858000"/>
                <a:gd name="connsiteX15" fmla="*/ 6226185 w 10515600"/>
                <a:gd name="connsiteY15" fmla="*/ 6858000 h 6858000"/>
                <a:gd name="connsiteX16" fmla="*/ 4607603 w 10515600"/>
                <a:gd name="connsiteY16" fmla="*/ 6858000 h 6858000"/>
                <a:gd name="connsiteX17" fmla="*/ 4595394 w 10515600"/>
                <a:gd name="connsiteY17" fmla="*/ 6858000 h 6858000"/>
                <a:gd name="connsiteX18" fmla="*/ 4424650 w 10515600"/>
                <a:gd name="connsiteY18" fmla="*/ 6858000 h 6858000"/>
                <a:gd name="connsiteX19" fmla="*/ 3721524 w 10515600"/>
                <a:gd name="connsiteY19" fmla="*/ 6858000 h 6858000"/>
                <a:gd name="connsiteX20" fmla="*/ 3678072 w 10515600"/>
                <a:gd name="connsiteY20" fmla="*/ 6858000 h 6858000"/>
                <a:gd name="connsiteX21" fmla="*/ 3387573 w 10515600"/>
                <a:gd name="connsiteY21" fmla="*/ 6858000 h 6858000"/>
                <a:gd name="connsiteX22" fmla="*/ 3039549 w 10515600"/>
                <a:gd name="connsiteY22" fmla="*/ 6858000 h 6858000"/>
                <a:gd name="connsiteX23" fmla="*/ 0 w 10515600"/>
                <a:gd name="connsiteY2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0515600" h="6858000">
                  <a:moveTo>
                    <a:pt x="0" y="0"/>
                  </a:moveTo>
                  <a:lnTo>
                    <a:pt x="3039549" y="0"/>
                  </a:lnTo>
                  <a:lnTo>
                    <a:pt x="3387573" y="0"/>
                  </a:lnTo>
                  <a:lnTo>
                    <a:pt x="3678072" y="0"/>
                  </a:lnTo>
                  <a:lnTo>
                    <a:pt x="3721524" y="0"/>
                  </a:lnTo>
                  <a:lnTo>
                    <a:pt x="4595394" y="0"/>
                  </a:lnTo>
                  <a:lnTo>
                    <a:pt x="4607603" y="0"/>
                  </a:lnTo>
                  <a:lnTo>
                    <a:pt x="4733044" y="0"/>
                  </a:lnTo>
                  <a:lnTo>
                    <a:pt x="6226185" y="0"/>
                  </a:lnTo>
                  <a:lnTo>
                    <a:pt x="8892577" y="0"/>
                  </a:lnTo>
                  <a:lnTo>
                    <a:pt x="8914701" y="14997"/>
                  </a:lnTo>
                  <a:cubicBezTo>
                    <a:pt x="9941864" y="754641"/>
                    <a:pt x="10515600" y="2093192"/>
                    <a:pt x="10515600" y="3621656"/>
                  </a:cubicBezTo>
                  <a:cubicBezTo>
                    <a:pt x="10515600" y="4969131"/>
                    <a:pt x="9586875" y="5602839"/>
                    <a:pt x="8641250" y="6374814"/>
                  </a:cubicBezTo>
                  <a:cubicBezTo>
                    <a:pt x="8469047" y="6515397"/>
                    <a:pt x="8298420" y="6653108"/>
                    <a:pt x="8124602" y="6780599"/>
                  </a:cubicBezTo>
                  <a:lnTo>
                    <a:pt x="8012846" y="6858000"/>
                  </a:lnTo>
                  <a:lnTo>
                    <a:pt x="6226185" y="6858000"/>
                  </a:lnTo>
                  <a:lnTo>
                    <a:pt x="4607603" y="6858000"/>
                  </a:lnTo>
                  <a:lnTo>
                    <a:pt x="4595394" y="6858000"/>
                  </a:lnTo>
                  <a:lnTo>
                    <a:pt x="4424650" y="6858000"/>
                  </a:lnTo>
                  <a:lnTo>
                    <a:pt x="3721524" y="6858000"/>
                  </a:lnTo>
                  <a:lnTo>
                    <a:pt x="3678072" y="6858000"/>
                  </a:lnTo>
                  <a:lnTo>
                    <a:pt x="3387573" y="6858000"/>
                  </a:lnTo>
                  <a:lnTo>
                    <a:pt x="3039549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BA7E51E-7B6A-4A79-8F84-47C845C7A2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404334" y="0"/>
              <a:ext cx="2529723" cy="6858000"/>
            </a:xfrm>
            <a:custGeom>
              <a:avLst/>
              <a:gdLst>
                <a:gd name="connsiteX0" fmla="*/ 1258269 w 2529723"/>
                <a:gd name="connsiteY0" fmla="*/ 0 h 6858000"/>
                <a:gd name="connsiteX1" fmla="*/ 1275627 w 2529723"/>
                <a:gd name="connsiteY1" fmla="*/ 0 h 6858000"/>
                <a:gd name="connsiteX2" fmla="*/ 1302560 w 2529723"/>
                <a:gd name="connsiteY2" fmla="*/ 24338 h 6858000"/>
                <a:gd name="connsiteX3" fmla="*/ 2522825 w 2529723"/>
                <a:gd name="connsiteY3" fmla="*/ 3678515 h 6858000"/>
                <a:gd name="connsiteX4" fmla="*/ 557500 w 2529723"/>
                <a:gd name="connsiteY4" fmla="*/ 6451411 h 6858000"/>
                <a:gd name="connsiteX5" fmla="*/ 32482 w 2529723"/>
                <a:gd name="connsiteY5" fmla="*/ 6849373 h 6858000"/>
                <a:gd name="connsiteX6" fmla="*/ 19531 w 2529723"/>
                <a:gd name="connsiteY6" fmla="*/ 6858000 h 6858000"/>
                <a:gd name="connsiteX7" fmla="*/ 0 w 2529723"/>
                <a:gd name="connsiteY7" fmla="*/ 6858000 h 6858000"/>
                <a:gd name="connsiteX8" fmla="*/ 14202 w 2529723"/>
                <a:gd name="connsiteY8" fmla="*/ 6848540 h 6858000"/>
                <a:gd name="connsiteX9" fmla="*/ 539221 w 2529723"/>
                <a:gd name="connsiteY9" fmla="*/ 6450578 h 6858000"/>
                <a:gd name="connsiteX10" fmla="*/ 2504546 w 2529723"/>
                <a:gd name="connsiteY10" fmla="*/ 3677682 h 6858000"/>
                <a:gd name="connsiteX11" fmla="*/ 1284280 w 2529723"/>
                <a:gd name="connsiteY11" fmla="*/ 235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29723" h="6858000">
                  <a:moveTo>
                    <a:pt x="1258269" y="0"/>
                  </a:moveTo>
                  <a:lnTo>
                    <a:pt x="1275627" y="0"/>
                  </a:lnTo>
                  <a:lnTo>
                    <a:pt x="1302560" y="24338"/>
                  </a:lnTo>
                  <a:cubicBezTo>
                    <a:pt x="2156831" y="855667"/>
                    <a:pt x="2590622" y="2191755"/>
                    <a:pt x="2522825" y="3678515"/>
                  </a:cubicBezTo>
                  <a:cubicBezTo>
                    <a:pt x="2459072" y="5076606"/>
                    <a:pt x="1519830" y="5692656"/>
                    <a:pt x="557500" y="6451411"/>
                  </a:cubicBezTo>
                  <a:cubicBezTo>
                    <a:pt x="382255" y="6589587"/>
                    <a:pt x="208689" y="6724853"/>
                    <a:pt x="32482" y="6849373"/>
                  </a:cubicBezTo>
                  <a:lnTo>
                    <a:pt x="19531" y="6858000"/>
                  </a:lnTo>
                  <a:lnTo>
                    <a:pt x="0" y="6858000"/>
                  </a:lnTo>
                  <a:lnTo>
                    <a:pt x="14202" y="6848540"/>
                  </a:lnTo>
                  <a:cubicBezTo>
                    <a:pt x="190409" y="6724020"/>
                    <a:pt x="363976" y="6588754"/>
                    <a:pt x="539221" y="6450578"/>
                  </a:cubicBezTo>
                  <a:cubicBezTo>
                    <a:pt x="1501550" y="5691822"/>
                    <a:pt x="2440792" y="5075773"/>
                    <a:pt x="2504546" y="3677682"/>
                  </a:cubicBezTo>
                  <a:cubicBezTo>
                    <a:pt x="2572343" y="2190921"/>
                    <a:pt x="2138551" y="854834"/>
                    <a:pt x="1284280" y="2350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35" name="Freeform: Shape 29">
              <a:extLst>
                <a:ext uri="{FF2B5EF4-FFF2-40B4-BE49-F238E27FC236}">
                  <a16:creationId xmlns:a16="http://schemas.microsoft.com/office/drawing/2014/main" id="{03C85561-90D2-4AFA-B2C5-F2D61D86C2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184327" y="0"/>
              <a:ext cx="2536434" cy="6858000"/>
            </a:xfrm>
            <a:custGeom>
              <a:avLst/>
              <a:gdLst>
                <a:gd name="connsiteX0" fmla="*/ 879731 w 2536434"/>
                <a:gd name="connsiteY0" fmla="*/ 0 h 6858000"/>
                <a:gd name="connsiteX1" fmla="*/ 913411 w 2536434"/>
                <a:gd name="connsiteY1" fmla="*/ 0 h 6858000"/>
                <a:gd name="connsiteX2" fmla="*/ 935535 w 2536434"/>
                <a:gd name="connsiteY2" fmla="*/ 14997 h 6858000"/>
                <a:gd name="connsiteX3" fmla="*/ 2536434 w 2536434"/>
                <a:gd name="connsiteY3" fmla="*/ 3621656 h 6858000"/>
                <a:gd name="connsiteX4" fmla="*/ 662084 w 2536434"/>
                <a:gd name="connsiteY4" fmla="*/ 6374814 h 6858000"/>
                <a:gd name="connsiteX5" fmla="*/ 145436 w 2536434"/>
                <a:gd name="connsiteY5" fmla="*/ 6780599 h 6858000"/>
                <a:gd name="connsiteX6" fmla="*/ 33680 w 2536434"/>
                <a:gd name="connsiteY6" fmla="*/ 6858000 h 6858000"/>
                <a:gd name="connsiteX7" fmla="*/ 0 w 2536434"/>
                <a:gd name="connsiteY7" fmla="*/ 6858000 h 6858000"/>
                <a:gd name="connsiteX8" fmla="*/ 111756 w 2536434"/>
                <a:gd name="connsiteY8" fmla="*/ 6780599 h 6858000"/>
                <a:gd name="connsiteX9" fmla="*/ 628404 w 2536434"/>
                <a:gd name="connsiteY9" fmla="*/ 6374814 h 6858000"/>
                <a:gd name="connsiteX10" fmla="*/ 2502754 w 2536434"/>
                <a:gd name="connsiteY10" fmla="*/ 3621656 h 6858000"/>
                <a:gd name="connsiteX11" fmla="*/ 901855 w 2536434"/>
                <a:gd name="connsiteY11" fmla="*/ 1499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36434" h="6858000">
                  <a:moveTo>
                    <a:pt x="879731" y="0"/>
                  </a:moveTo>
                  <a:lnTo>
                    <a:pt x="913411" y="0"/>
                  </a:lnTo>
                  <a:lnTo>
                    <a:pt x="935535" y="14997"/>
                  </a:lnTo>
                  <a:cubicBezTo>
                    <a:pt x="1962698" y="754641"/>
                    <a:pt x="2536434" y="2093192"/>
                    <a:pt x="2536434" y="3621656"/>
                  </a:cubicBezTo>
                  <a:cubicBezTo>
                    <a:pt x="2536434" y="4969131"/>
                    <a:pt x="1607709" y="5602839"/>
                    <a:pt x="662084" y="6374814"/>
                  </a:cubicBezTo>
                  <a:cubicBezTo>
                    <a:pt x="489881" y="6515397"/>
                    <a:pt x="319254" y="6653108"/>
                    <a:pt x="145436" y="6780599"/>
                  </a:cubicBezTo>
                  <a:lnTo>
                    <a:pt x="33680" y="6858000"/>
                  </a:lnTo>
                  <a:lnTo>
                    <a:pt x="0" y="6858000"/>
                  </a:lnTo>
                  <a:lnTo>
                    <a:pt x="111756" y="6780599"/>
                  </a:lnTo>
                  <a:cubicBezTo>
                    <a:pt x="285574" y="6653108"/>
                    <a:pt x="456201" y="6515397"/>
                    <a:pt x="628404" y="6374814"/>
                  </a:cubicBezTo>
                  <a:cubicBezTo>
                    <a:pt x="1574029" y="5602839"/>
                    <a:pt x="2502754" y="4969131"/>
                    <a:pt x="2502754" y="3621656"/>
                  </a:cubicBezTo>
                  <a:cubicBezTo>
                    <a:pt x="2502754" y="2093192"/>
                    <a:pt x="1929018" y="754641"/>
                    <a:pt x="901855" y="1499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9026B71D-5A6F-48FE-AC6A-D7AAA01806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53086" y="0"/>
              <a:ext cx="2261351" cy="6858000"/>
            </a:xfrm>
            <a:custGeom>
              <a:avLst/>
              <a:gdLst>
                <a:gd name="connsiteX0" fmla="*/ 879731 w 2521425"/>
                <a:gd name="connsiteY0" fmla="*/ 0 h 6858000"/>
                <a:gd name="connsiteX1" fmla="*/ 898402 w 2521425"/>
                <a:gd name="connsiteY1" fmla="*/ 0 h 6858000"/>
                <a:gd name="connsiteX2" fmla="*/ 920526 w 2521425"/>
                <a:gd name="connsiteY2" fmla="*/ 14997 h 6858000"/>
                <a:gd name="connsiteX3" fmla="*/ 2521425 w 2521425"/>
                <a:gd name="connsiteY3" fmla="*/ 3621656 h 6858000"/>
                <a:gd name="connsiteX4" fmla="*/ 647075 w 2521425"/>
                <a:gd name="connsiteY4" fmla="*/ 6374814 h 6858000"/>
                <a:gd name="connsiteX5" fmla="*/ 130427 w 2521425"/>
                <a:gd name="connsiteY5" fmla="*/ 6780599 h 6858000"/>
                <a:gd name="connsiteX6" fmla="*/ 18671 w 2521425"/>
                <a:gd name="connsiteY6" fmla="*/ 6858000 h 6858000"/>
                <a:gd name="connsiteX7" fmla="*/ 0 w 2521425"/>
                <a:gd name="connsiteY7" fmla="*/ 6858000 h 6858000"/>
                <a:gd name="connsiteX8" fmla="*/ 111756 w 2521425"/>
                <a:gd name="connsiteY8" fmla="*/ 6780599 h 6858000"/>
                <a:gd name="connsiteX9" fmla="*/ 628404 w 2521425"/>
                <a:gd name="connsiteY9" fmla="*/ 6374814 h 6858000"/>
                <a:gd name="connsiteX10" fmla="*/ 2502754 w 2521425"/>
                <a:gd name="connsiteY10" fmla="*/ 3621656 h 6858000"/>
                <a:gd name="connsiteX11" fmla="*/ 901855 w 2521425"/>
                <a:gd name="connsiteY11" fmla="*/ 1499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21425" h="6858000">
                  <a:moveTo>
                    <a:pt x="879731" y="0"/>
                  </a:moveTo>
                  <a:lnTo>
                    <a:pt x="898402" y="0"/>
                  </a:lnTo>
                  <a:lnTo>
                    <a:pt x="920526" y="14997"/>
                  </a:lnTo>
                  <a:cubicBezTo>
                    <a:pt x="1947689" y="754641"/>
                    <a:pt x="2521425" y="2093192"/>
                    <a:pt x="2521425" y="3621656"/>
                  </a:cubicBezTo>
                  <a:cubicBezTo>
                    <a:pt x="2521425" y="4969131"/>
                    <a:pt x="1592700" y="5602839"/>
                    <a:pt x="647075" y="6374814"/>
                  </a:cubicBezTo>
                  <a:cubicBezTo>
                    <a:pt x="474872" y="6515397"/>
                    <a:pt x="304245" y="6653108"/>
                    <a:pt x="130427" y="6780599"/>
                  </a:cubicBezTo>
                  <a:lnTo>
                    <a:pt x="18671" y="6858000"/>
                  </a:lnTo>
                  <a:lnTo>
                    <a:pt x="0" y="6858000"/>
                  </a:lnTo>
                  <a:lnTo>
                    <a:pt x="111756" y="6780599"/>
                  </a:lnTo>
                  <a:cubicBezTo>
                    <a:pt x="285574" y="6653108"/>
                    <a:pt x="456201" y="6515397"/>
                    <a:pt x="628404" y="6374814"/>
                  </a:cubicBezTo>
                  <a:cubicBezTo>
                    <a:pt x="1574029" y="5602839"/>
                    <a:pt x="2502754" y="4969131"/>
                    <a:pt x="2502754" y="3621656"/>
                  </a:cubicBezTo>
                  <a:cubicBezTo>
                    <a:pt x="2502754" y="2093192"/>
                    <a:pt x="1929018" y="754641"/>
                    <a:pt x="901855" y="14997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</p:grpSp>
      <p:sp>
        <p:nvSpPr>
          <p:cNvPr id="2" name="Tytuł 1">
            <a:extLst>
              <a:ext uri="{FF2B5EF4-FFF2-40B4-BE49-F238E27FC236}">
                <a16:creationId xmlns:a16="http://schemas.microsoft.com/office/drawing/2014/main" id="{3327B236-C801-4F25-C35B-C173B402BF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530" y="1346268"/>
            <a:ext cx="7983942" cy="3125338"/>
          </a:xfrm>
        </p:spPr>
        <p:txBody>
          <a:bodyPr vert="horz" lIns="109728" tIns="109728" rIns="109728" bIns="91440" rtlCol="0" anchor="b">
            <a:normAutofit/>
          </a:bodyPr>
          <a:lstStyle/>
          <a:p>
            <a:pPr>
              <a:lnSpc>
                <a:spcPct val="120000"/>
              </a:lnSpc>
            </a:pPr>
            <a:r>
              <a:rPr lang="en-US" sz="6600">
                <a:solidFill>
                  <a:schemeClr val="tx1">
                    <a:lumMod val="85000"/>
                    <a:lumOff val="15000"/>
                  </a:schemeClr>
                </a:solidFill>
              </a:rPr>
              <a:t>Praktyka pobranie </a:t>
            </a: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786244D2-A211-7473-8DC9-07E1006C38D9}"/>
              </a:ext>
            </a:extLst>
          </p:cNvPr>
          <p:cNvSpPr txBox="1"/>
          <p:nvPr/>
        </p:nvSpPr>
        <p:spPr>
          <a:xfrm>
            <a:off x="1180529" y="4471606"/>
            <a:ext cx="7645419" cy="1117151"/>
          </a:xfrm>
          <a:prstGeom prst="rect">
            <a:avLst/>
          </a:prstGeom>
        </p:spPr>
        <p:txBody>
          <a:bodyPr vert="horz" lIns="109728" tIns="109728" rIns="109728" bIns="91440" rtlCol="0" anchor="t">
            <a:normAutofit/>
          </a:bodyPr>
          <a:lstStyle/>
          <a:p>
            <a:pPr>
              <a:lnSpc>
                <a:spcPct val="130000"/>
              </a:lnSpc>
              <a:spcBef>
                <a:spcPts val="930"/>
              </a:spcBef>
            </a:pPr>
            <a:r>
              <a:rPr lang="en-US" sz="2400" spc="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docker pull </a:t>
            </a:r>
            <a:r>
              <a:rPr lang="en-US" sz="2400" spc="15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twoje_imie</a:t>
            </a:r>
            <a:r>
              <a:rPr lang="en-US" sz="2400" spc="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/moja-aplikacja:1.0</a:t>
            </a:r>
          </a:p>
        </p:txBody>
      </p:sp>
    </p:spTree>
    <p:extLst>
      <p:ext uri="{BB962C8B-B14F-4D97-AF65-F5344CB8AC3E}">
        <p14:creationId xmlns:p14="http://schemas.microsoft.com/office/powerpoint/2010/main" val="28373377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68F569-E059-CBBF-17D6-A09EB6269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181FC64-B306-4821-98E2-780662EFC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C0385E9-02B2-4941-889A-EAD43F5BB0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736139" y="0"/>
            <a:ext cx="5455860" cy="6858000"/>
          </a:xfrm>
          <a:custGeom>
            <a:avLst/>
            <a:gdLst>
              <a:gd name="connsiteX0" fmla="*/ 3832837 w 5455860"/>
              <a:gd name="connsiteY0" fmla="*/ 0 h 6858000"/>
              <a:gd name="connsiteX1" fmla="*/ 2739604 w 5455860"/>
              <a:gd name="connsiteY1" fmla="*/ 0 h 6858000"/>
              <a:gd name="connsiteX2" fmla="*/ 1959438 w 5455860"/>
              <a:gd name="connsiteY2" fmla="*/ 0 h 6858000"/>
              <a:gd name="connsiteX3" fmla="*/ 1895061 w 5455860"/>
              <a:gd name="connsiteY3" fmla="*/ 0 h 6858000"/>
              <a:gd name="connsiteX4" fmla="*/ 249909 w 5455860"/>
              <a:gd name="connsiteY4" fmla="*/ 0 h 6858000"/>
              <a:gd name="connsiteX5" fmla="*/ 0 w 5455860"/>
              <a:gd name="connsiteY5" fmla="*/ 0 h 6858000"/>
              <a:gd name="connsiteX6" fmla="*/ 0 w 5455860"/>
              <a:gd name="connsiteY6" fmla="*/ 6858000 h 6858000"/>
              <a:gd name="connsiteX7" fmla="*/ 249909 w 5455860"/>
              <a:gd name="connsiteY7" fmla="*/ 6858000 h 6858000"/>
              <a:gd name="connsiteX8" fmla="*/ 1895061 w 5455860"/>
              <a:gd name="connsiteY8" fmla="*/ 6858000 h 6858000"/>
              <a:gd name="connsiteX9" fmla="*/ 1959438 w 5455860"/>
              <a:gd name="connsiteY9" fmla="*/ 6858000 h 6858000"/>
              <a:gd name="connsiteX10" fmla="*/ 2739604 w 5455860"/>
              <a:gd name="connsiteY10" fmla="*/ 6858000 h 6858000"/>
              <a:gd name="connsiteX11" fmla="*/ 2953106 w 5455860"/>
              <a:gd name="connsiteY11" fmla="*/ 6858000 h 6858000"/>
              <a:gd name="connsiteX12" fmla="*/ 3064862 w 5455860"/>
              <a:gd name="connsiteY12" fmla="*/ 6780599 h 6858000"/>
              <a:gd name="connsiteX13" fmla="*/ 3581510 w 5455860"/>
              <a:gd name="connsiteY13" fmla="*/ 6374814 h 6858000"/>
              <a:gd name="connsiteX14" fmla="*/ 5455860 w 5455860"/>
              <a:gd name="connsiteY14" fmla="*/ 3621656 h 6858000"/>
              <a:gd name="connsiteX15" fmla="*/ 3854961 w 5455860"/>
              <a:gd name="connsiteY15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455860" h="6858000">
                <a:moveTo>
                  <a:pt x="3832837" y="0"/>
                </a:moveTo>
                <a:lnTo>
                  <a:pt x="2739604" y="0"/>
                </a:lnTo>
                <a:lnTo>
                  <a:pt x="1959438" y="0"/>
                </a:lnTo>
                <a:lnTo>
                  <a:pt x="1895061" y="0"/>
                </a:lnTo>
                <a:lnTo>
                  <a:pt x="249909" y="0"/>
                </a:lnTo>
                <a:lnTo>
                  <a:pt x="0" y="0"/>
                </a:lnTo>
                <a:lnTo>
                  <a:pt x="0" y="6858000"/>
                </a:lnTo>
                <a:lnTo>
                  <a:pt x="249909" y="6858000"/>
                </a:lnTo>
                <a:lnTo>
                  <a:pt x="1895061" y="6858000"/>
                </a:lnTo>
                <a:lnTo>
                  <a:pt x="1959438" y="6858000"/>
                </a:lnTo>
                <a:lnTo>
                  <a:pt x="2739604" y="6858000"/>
                </a:lnTo>
                <a:lnTo>
                  <a:pt x="2953106" y="6858000"/>
                </a:lnTo>
                <a:lnTo>
                  <a:pt x="3064862" y="6780599"/>
                </a:lnTo>
                <a:cubicBezTo>
                  <a:pt x="3238680" y="6653108"/>
                  <a:pt x="3409307" y="6515397"/>
                  <a:pt x="3581510" y="6374814"/>
                </a:cubicBezTo>
                <a:cubicBezTo>
                  <a:pt x="4527135" y="5602839"/>
                  <a:pt x="5455860" y="4969131"/>
                  <a:pt x="5455860" y="3621656"/>
                </a:cubicBezTo>
                <a:cubicBezTo>
                  <a:pt x="5455860" y="2093192"/>
                  <a:pt x="4882124" y="754641"/>
                  <a:pt x="3854961" y="14997"/>
                </a:cubicBezTo>
                <a:close/>
              </a:path>
            </a:pathLst>
          </a:cu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29A1E2C-5AC8-40FC-99E9-832069D397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255864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5C54A75-E44A-4147-B9D0-FF46CFD316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69160" y="0"/>
            <a:ext cx="2536434" cy="6858000"/>
          </a:xfrm>
          <a:custGeom>
            <a:avLst/>
            <a:gdLst>
              <a:gd name="connsiteX0" fmla="*/ 879731 w 2536434"/>
              <a:gd name="connsiteY0" fmla="*/ 0 h 6858000"/>
              <a:gd name="connsiteX1" fmla="*/ 913411 w 2536434"/>
              <a:gd name="connsiteY1" fmla="*/ 0 h 6858000"/>
              <a:gd name="connsiteX2" fmla="*/ 935535 w 2536434"/>
              <a:gd name="connsiteY2" fmla="*/ 14997 h 6858000"/>
              <a:gd name="connsiteX3" fmla="*/ 2536434 w 2536434"/>
              <a:gd name="connsiteY3" fmla="*/ 3621656 h 6858000"/>
              <a:gd name="connsiteX4" fmla="*/ 662084 w 2536434"/>
              <a:gd name="connsiteY4" fmla="*/ 6374814 h 6858000"/>
              <a:gd name="connsiteX5" fmla="*/ 145436 w 2536434"/>
              <a:gd name="connsiteY5" fmla="*/ 6780599 h 6858000"/>
              <a:gd name="connsiteX6" fmla="*/ 33680 w 2536434"/>
              <a:gd name="connsiteY6" fmla="*/ 6858000 h 6858000"/>
              <a:gd name="connsiteX7" fmla="*/ 0 w 2536434"/>
              <a:gd name="connsiteY7" fmla="*/ 6858000 h 6858000"/>
              <a:gd name="connsiteX8" fmla="*/ 111756 w 2536434"/>
              <a:gd name="connsiteY8" fmla="*/ 6780599 h 6858000"/>
              <a:gd name="connsiteX9" fmla="*/ 628404 w 2536434"/>
              <a:gd name="connsiteY9" fmla="*/ 6374814 h 6858000"/>
              <a:gd name="connsiteX10" fmla="*/ 2502754 w 2536434"/>
              <a:gd name="connsiteY10" fmla="*/ 3621656 h 6858000"/>
              <a:gd name="connsiteX11" fmla="*/ 901855 w 2536434"/>
              <a:gd name="connsiteY11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E5B8B1B0-1CAE-C09F-EDCE-68EC42CECA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7615" y="1045596"/>
            <a:ext cx="4148511" cy="1944371"/>
          </a:xfrm>
        </p:spPr>
        <p:txBody>
          <a:bodyPr vert="horz" lIns="109728" tIns="109728" rIns="109728" bIns="91440" rtlCol="0" anchor="b">
            <a:normAutofit/>
          </a:bodyPr>
          <a:lstStyle/>
          <a:p>
            <a:r>
              <a:rPr lang="en-US"/>
              <a:t>Praktyka uruchomienie</a:t>
            </a:r>
          </a:p>
        </p:txBody>
      </p:sp>
      <p:pic>
        <p:nvPicPr>
          <p:cNvPr id="7" name="Obraz 6" descr="Obraz zawierający tekst, zrzut ekranu, Czcionka&#10;&#10;Opis wygenerowany automatycznie">
            <a:extLst>
              <a:ext uri="{FF2B5EF4-FFF2-40B4-BE49-F238E27FC236}">
                <a16:creationId xmlns:a16="http://schemas.microsoft.com/office/drawing/2014/main" id="{F2327BDF-65F2-AC19-6680-A01A23D0C7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199" y="1929309"/>
            <a:ext cx="4788670" cy="2999382"/>
          </a:xfrm>
          <a:prstGeom prst="rect">
            <a:avLst/>
          </a:prstGeom>
        </p:spPr>
      </p:pic>
      <p:sp>
        <p:nvSpPr>
          <p:cNvPr id="5" name="pole tekstowe 4">
            <a:extLst>
              <a:ext uri="{FF2B5EF4-FFF2-40B4-BE49-F238E27FC236}">
                <a16:creationId xmlns:a16="http://schemas.microsoft.com/office/drawing/2014/main" id="{E76F078E-C5BB-A39F-E27F-7345E7898B4C}"/>
              </a:ext>
            </a:extLst>
          </p:cNvPr>
          <p:cNvSpPr txBox="1"/>
          <p:nvPr/>
        </p:nvSpPr>
        <p:spPr>
          <a:xfrm>
            <a:off x="7657106" y="3220279"/>
            <a:ext cx="4352322" cy="2385392"/>
          </a:xfrm>
          <a:prstGeom prst="rect">
            <a:avLst/>
          </a:prstGeom>
        </p:spPr>
        <p:txBody>
          <a:bodyPr vert="horz" lIns="109728" tIns="109728" rIns="109728" bIns="91440" rtlCol="0">
            <a:normAutofit/>
          </a:bodyPr>
          <a:lstStyle/>
          <a:p>
            <a:pPr>
              <a:lnSpc>
                <a:spcPct val="140000"/>
              </a:lnSpc>
              <a:spcBef>
                <a:spcPts val="930"/>
              </a:spcBef>
              <a:buFont typeface="Corbel" panose="020B0503020204020204" pitchFamily="34" charset="0"/>
            </a:pPr>
            <a:r>
              <a:rPr lang="en-US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docker run -p 3000:3000 </a:t>
            </a:r>
            <a:r>
              <a:rPr lang="en-US" spc="15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twoje_imie</a:t>
            </a:r>
            <a:r>
              <a:rPr lang="en-US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/moja-aplikacja:1.0</a:t>
            </a: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5B9C7D17-F6B5-6B40-DEAC-6D358D269687}"/>
              </a:ext>
            </a:extLst>
          </p:cNvPr>
          <p:cNvSpPr txBox="1"/>
          <p:nvPr/>
        </p:nvSpPr>
        <p:spPr>
          <a:xfrm>
            <a:off x="938013" y="5758755"/>
            <a:ext cx="3595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dirty="0" err="1">
                <a:solidFill>
                  <a:srgbClr val="92D050"/>
                </a:solidFill>
              </a:rPr>
              <a:t>Ctrl</a:t>
            </a:r>
            <a:r>
              <a:rPr lang="pl-PL" b="1" dirty="0">
                <a:solidFill>
                  <a:srgbClr val="92D050"/>
                </a:solidFill>
              </a:rPr>
              <a:t> + C </a:t>
            </a:r>
            <a:r>
              <a:rPr lang="pl-PL" b="1" dirty="0">
                <a:solidFill>
                  <a:srgbClr val="92D050"/>
                </a:solidFill>
                <a:sym typeface="Wingdings" pitchFamily="2" charset="2"/>
              </a:rPr>
              <a:t> zamyka kontener</a:t>
            </a:r>
            <a:endParaRPr lang="pl-PL" b="1" dirty="0">
              <a:solidFill>
                <a:srgbClr val="92D050"/>
              </a:solidFill>
            </a:endParaRPr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56138CA5-FAF1-5344-0A9C-379E56581BDB}"/>
              </a:ext>
            </a:extLst>
          </p:cNvPr>
          <p:cNvSpPr txBox="1"/>
          <p:nvPr/>
        </p:nvSpPr>
        <p:spPr>
          <a:xfrm>
            <a:off x="4627815" y="6197025"/>
            <a:ext cx="7790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u="sng" dirty="0">
                <a:solidFill>
                  <a:schemeClr val="accent1">
                    <a:lumMod val="75000"/>
                  </a:schemeClr>
                </a:solidFill>
              </a:rPr>
              <a:t>!!! Nigdy </a:t>
            </a:r>
            <a:r>
              <a:rPr lang="pl-PL" b="1" u="sng" dirty="0" err="1">
                <a:solidFill>
                  <a:schemeClr val="accent1">
                    <a:lumMod val="75000"/>
                  </a:schemeClr>
                </a:solidFill>
              </a:rPr>
              <a:t>Ctrl</a:t>
            </a:r>
            <a:r>
              <a:rPr lang="pl-PL" b="1" u="sng" dirty="0">
                <a:solidFill>
                  <a:schemeClr val="accent1">
                    <a:lumMod val="75000"/>
                  </a:schemeClr>
                </a:solidFill>
              </a:rPr>
              <a:t> + D </a:t>
            </a:r>
            <a:r>
              <a:rPr lang="pl-PL" b="1" u="sng" dirty="0">
                <a:solidFill>
                  <a:schemeClr val="accent1">
                    <a:lumMod val="75000"/>
                  </a:schemeClr>
                </a:solidFill>
                <a:sym typeface="Wingdings" pitchFamily="2" charset="2"/>
              </a:rPr>
              <a:t> wyrzuca z powłoki ale nie zamyka !!!</a:t>
            </a:r>
            <a:endParaRPr lang="pl-PL" b="1" u="sng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44177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A7DE92-BAA2-3E3A-D936-383AA84AE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B0F7D69-D93C-4C38-A23D-76E000D691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6422" cy="6858000"/>
          </a:xfrm>
          <a:custGeom>
            <a:avLst/>
            <a:gdLst/>
            <a:ahLst/>
            <a:cxnLst/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CD419D4-EA9D-42D9-BF62-B07F0B7B67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5409" y="0"/>
            <a:ext cx="2529723" cy="6858000"/>
          </a:xfrm>
          <a:custGeom>
            <a:avLst/>
            <a:gdLst/>
            <a:ahLst/>
            <a:cxnLst/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1C6FEC9B-9608-4181-A9E5-A1B80E7202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5402" y="0"/>
            <a:ext cx="2536434" cy="6858000"/>
          </a:xfrm>
          <a:custGeom>
            <a:avLst/>
            <a:gdLst/>
            <a:ahLst/>
            <a:cxnLst/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B1564ED-F26F-451D-97D6-A6EC3E83FD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4161" y="0"/>
            <a:ext cx="2261351" cy="6858000"/>
          </a:xfrm>
          <a:custGeom>
            <a:avLst/>
            <a:gdLst/>
            <a:ahLst/>
            <a:cxnLst/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CA184B6-3482-4F43-87F0-BC765DCFD8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6422" cy="6858000"/>
          </a:xfrm>
          <a:custGeom>
            <a:avLst/>
            <a:gdLst/>
            <a:ahLst/>
            <a:cxnLst/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6C869923-8380-4244-9548-802C330638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5409" y="0"/>
            <a:ext cx="2529723" cy="6858000"/>
          </a:xfrm>
          <a:custGeom>
            <a:avLst/>
            <a:gdLst/>
            <a:ahLst/>
            <a:cxnLst/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06255F2-BC67-4DDE-B34E-AC4BA21838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5402" y="0"/>
            <a:ext cx="2536434" cy="6858000"/>
          </a:xfrm>
          <a:custGeom>
            <a:avLst/>
            <a:gdLst/>
            <a:ahLst/>
            <a:cxnLst/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5169443-FCCD-4C0A-8C69-18CD3FA096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4161" y="0"/>
            <a:ext cx="2261351" cy="6858000"/>
          </a:xfrm>
          <a:custGeom>
            <a:avLst/>
            <a:gdLst/>
            <a:ahLst/>
            <a:cxnLst/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0DBF1ABE-8590-450D-BB49-BDDCCF3EEA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391F8D69-709A-4575-A393-B4C26481A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66083" y="0"/>
            <a:ext cx="9841377" cy="6858000"/>
          </a:xfrm>
          <a:custGeom>
            <a:avLst/>
            <a:gdLst>
              <a:gd name="connsiteX0" fmla="*/ 8218354 w 9841377"/>
              <a:gd name="connsiteY0" fmla="*/ 0 h 6858000"/>
              <a:gd name="connsiteX1" fmla="*/ 5551962 w 9841377"/>
              <a:gd name="connsiteY1" fmla="*/ 0 h 6858000"/>
              <a:gd name="connsiteX2" fmla="*/ 5482342 w 9841377"/>
              <a:gd name="connsiteY2" fmla="*/ 0 h 6858000"/>
              <a:gd name="connsiteX3" fmla="*/ 4359035 w 9841377"/>
              <a:gd name="connsiteY3" fmla="*/ 0 h 6858000"/>
              <a:gd name="connsiteX4" fmla="*/ 4289415 w 9841377"/>
              <a:gd name="connsiteY4" fmla="*/ 0 h 6858000"/>
              <a:gd name="connsiteX5" fmla="*/ 1623023 w 9841377"/>
              <a:gd name="connsiteY5" fmla="*/ 0 h 6858000"/>
              <a:gd name="connsiteX6" fmla="*/ 1600899 w 9841377"/>
              <a:gd name="connsiteY6" fmla="*/ 14997 h 6858000"/>
              <a:gd name="connsiteX7" fmla="*/ 0 w 9841377"/>
              <a:gd name="connsiteY7" fmla="*/ 3621656 h 6858000"/>
              <a:gd name="connsiteX8" fmla="*/ 1874350 w 9841377"/>
              <a:gd name="connsiteY8" fmla="*/ 6374814 h 6858000"/>
              <a:gd name="connsiteX9" fmla="*/ 2390998 w 9841377"/>
              <a:gd name="connsiteY9" fmla="*/ 6780599 h 6858000"/>
              <a:gd name="connsiteX10" fmla="*/ 2502754 w 9841377"/>
              <a:gd name="connsiteY10" fmla="*/ 6858000 h 6858000"/>
              <a:gd name="connsiteX11" fmla="*/ 4289415 w 9841377"/>
              <a:gd name="connsiteY11" fmla="*/ 6858000 h 6858000"/>
              <a:gd name="connsiteX12" fmla="*/ 4359035 w 9841377"/>
              <a:gd name="connsiteY12" fmla="*/ 6858000 h 6858000"/>
              <a:gd name="connsiteX13" fmla="*/ 5482342 w 9841377"/>
              <a:gd name="connsiteY13" fmla="*/ 6858000 h 6858000"/>
              <a:gd name="connsiteX14" fmla="*/ 5551962 w 9841377"/>
              <a:gd name="connsiteY14" fmla="*/ 6858000 h 6858000"/>
              <a:gd name="connsiteX15" fmla="*/ 7338623 w 9841377"/>
              <a:gd name="connsiteY15" fmla="*/ 6858000 h 6858000"/>
              <a:gd name="connsiteX16" fmla="*/ 7450379 w 9841377"/>
              <a:gd name="connsiteY16" fmla="*/ 6780599 h 6858000"/>
              <a:gd name="connsiteX17" fmla="*/ 7967027 w 9841377"/>
              <a:gd name="connsiteY17" fmla="*/ 6374814 h 6858000"/>
              <a:gd name="connsiteX18" fmla="*/ 9841377 w 9841377"/>
              <a:gd name="connsiteY18" fmla="*/ 3621656 h 6858000"/>
              <a:gd name="connsiteX19" fmla="*/ 8240478 w 9841377"/>
              <a:gd name="connsiteY19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9841377" h="6858000">
                <a:moveTo>
                  <a:pt x="8218354" y="0"/>
                </a:moveTo>
                <a:lnTo>
                  <a:pt x="5551962" y="0"/>
                </a:lnTo>
                <a:lnTo>
                  <a:pt x="5482342" y="0"/>
                </a:lnTo>
                <a:lnTo>
                  <a:pt x="4359035" y="0"/>
                </a:lnTo>
                <a:lnTo>
                  <a:pt x="4289415" y="0"/>
                </a:lnTo>
                <a:lnTo>
                  <a:pt x="1623023" y="0"/>
                </a:lnTo>
                <a:lnTo>
                  <a:pt x="1600899" y="14997"/>
                </a:lnTo>
                <a:cubicBezTo>
                  <a:pt x="573736" y="754641"/>
                  <a:pt x="0" y="2093192"/>
                  <a:pt x="0" y="3621656"/>
                </a:cubicBezTo>
                <a:cubicBezTo>
                  <a:pt x="0" y="4969131"/>
                  <a:pt x="928725" y="5602839"/>
                  <a:pt x="1874350" y="6374814"/>
                </a:cubicBezTo>
                <a:cubicBezTo>
                  <a:pt x="2046553" y="6515397"/>
                  <a:pt x="2217180" y="6653108"/>
                  <a:pt x="2390998" y="6780599"/>
                </a:cubicBezTo>
                <a:lnTo>
                  <a:pt x="2502754" y="6858000"/>
                </a:lnTo>
                <a:lnTo>
                  <a:pt x="4289415" y="6858000"/>
                </a:lnTo>
                <a:lnTo>
                  <a:pt x="4359035" y="6858000"/>
                </a:lnTo>
                <a:lnTo>
                  <a:pt x="5482342" y="6858000"/>
                </a:lnTo>
                <a:lnTo>
                  <a:pt x="5551962" y="6858000"/>
                </a:lnTo>
                <a:lnTo>
                  <a:pt x="7338623" y="6858000"/>
                </a:lnTo>
                <a:lnTo>
                  <a:pt x="7450379" y="6780599"/>
                </a:lnTo>
                <a:cubicBezTo>
                  <a:pt x="7624197" y="6653108"/>
                  <a:pt x="7794824" y="6515397"/>
                  <a:pt x="7967027" y="6374814"/>
                </a:cubicBezTo>
                <a:cubicBezTo>
                  <a:pt x="8912652" y="5602839"/>
                  <a:pt x="9841377" y="4969131"/>
                  <a:pt x="9841377" y="3621656"/>
                </a:cubicBezTo>
                <a:cubicBezTo>
                  <a:pt x="9841377" y="2093192"/>
                  <a:pt x="9267641" y="754641"/>
                  <a:pt x="8240478" y="14997"/>
                </a:cubicBezTo>
                <a:close/>
              </a:path>
            </a:pathLst>
          </a:cu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C87A50C4-1191-461A-9E09-C8057F2AF0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035" y="0"/>
            <a:ext cx="2265453" cy="6858000"/>
          </a:xfrm>
          <a:custGeom>
            <a:avLst/>
            <a:gdLst>
              <a:gd name="connsiteX0" fmla="*/ 1117108 w 2265453"/>
              <a:gd name="connsiteY0" fmla="*/ 0 h 6858000"/>
              <a:gd name="connsiteX1" fmla="*/ 1099628 w 2265453"/>
              <a:gd name="connsiteY1" fmla="*/ 0 h 6858000"/>
              <a:gd name="connsiteX2" fmla="*/ 1175238 w 2265453"/>
              <a:gd name="connsiteY2" fmla="*/ 82371 h 6858000"/>
              <a:gd name="connsiteX3" fmla="*/ 2240276 w 2265453"/>
              <a:gd name="connsiteY3" fmla="*/ 3734791 h 6858000"/>
              <a:gd name="connsiteX4" fmla="*/ 274951 w 2265453"/>
              <a:gd name="connsiteY4" fmla="*/ 6634678 h 6858000"/>
              <a:gd name="connsiteX5" fmla="*/ 12802 w 2265453"/>
              <a:gd name="connsiteY5" fmla="*/ 6848127 h 6858000"/>
              <a:gd name="connsiteX6" fmla="*/ 0 w 2265453"/>
              <a:gd name="connsiteY6" fmla="*/ 6858000 h 6858000"/>
              <a:gd name="connsiteX7" fmla="*/ 19410 w 2265453"/>
              <a:gd name="connsiteY7" fmla="*/ 6858000 h 6858000"/>
              <a:gd name="connsiteX8" fmla="*/ 31082 w 2265453"/>
              <a:gd name="connsiteY8" fmla="*/ 6848998 h 6858000"/>
              <a:gd name="connsiteX9" fmla="*/ 293230 w 2265453"/>
              <a:gd name="connsiteY9" fmla="*/ 6635549 h 6858000"/>
              <a:gd name="connsiteX10" fmla="*/ 2258555 w 2265453"/>
              <a:gd name="connsiteY10" fmla="*/ 3735662 h 6858000"/>
              <a:gd name="connsiteX11" fmla="*/ 1193518 w 2265453"/>
              <a:gd name="connsiteY11" fmla="*/ 8324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65453" h="6858000">
                <a:moveTo>
                  <a:pt x="1117108" y="0"/>
                </a:moveTo>
                <a:lnTo>
                  <a:pt x="1099628" y="0"/>
                </a:lnTo>
                <a:lnTo>
                  <a:pt x="1175238" y="82371"/>
                </a:lnTo>
                <a:cubicBezTo>
                  <a:pt x="1926546" y="957940"/>
                  <a:pt x="2303836" y="2277119"/>
                  <a:pt x="2240276" y="3734791"/>
                </a:cubicBezTo>
                <a:cubicBezTo>
                  <a:pt x="2176522" y="5196911"/>
                  <a:pt x="1237280" y="5841173"/>
                  <a:pt x="274951" y="6634678"/>
                </a:cubicBezTo>
                <a:cubicBezTo>
                  <a:pt x="187328" y="6706930"/>
                  <a:pt x="100126" y="6778421"/>
                  <a:pt x="12802" y="6848127"/>
                </a:cubicBezTo>
                <a:lnTo>
                  <a:pt x="0" y="6858000"/>
                </a:lnTo>
                <a:lnTo>
                  <a:pt x="19410" y="6858000"/>
                </a:lnTo>
                <a:lnTo>
                  <a:pt x="31082" y="6848998"/>
                </a:lnTo>
                <a:cubicBezTo>
                  <a:pt x="118405" y="6779292"/>
                  <a:pt x="205608" y="6707801"/>
                  <a:pt x="293230" y="6635549"/>
                </a:cubicBezTo>
                <a:cubicBezTo>
                  <a:pt x="1255560" y="5842045"/>
                  <a:pt x="2194802" y="5197782"/>
                  <a:pt x="2258555" y="3735662"/>
                </a:cubicBezTo>
                <a:cubicBezTo>
                  <a:pt x="2322115" y="2277991"/>
                  <a:pt x="1944825" y="958811"/>
                  <a:pt x="1193518" y="83243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BC87DA9F-8DB2-4D48-8716-A928FBB8A5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033" y="0"/>
            <a:ext cx="2486322" cy="6858000"/>
          </a:xfrm>
          <a:custGeom>
            <a:avLst/>
            <a:gdLst>
              <a:gd name="connsiteX0" fmla="*/ 879731 w 2521425"/>
              <a:gd name="connsiteY0" fmla="*/ 0 h 6858000"/>
              <a:gd name="connsiteX1" fmla="*/ 898402 w 2521425"/>
              <a:gd name="connsiteY1" fmla="*/ 0 h 6858000"/>
              <a:gd name="connsiteX2" fmla="*/ 920526 w 2521425"/>
              <a:gd name="connsiteY2" fmla="*/ 14997 h 6858000"/>
              <a:gd name="connsiteX3" fmla="*/ 2521425 w 2521425"/>
              <a:gd name="connsiteY3" fmla="*/ 3621656 h 6858000"/>
              <a:gd name="connsiteX4" fmla="*/ 647075 w 2521425"/>
              <a:gd name="connsiteY4" fmla="*/ 6374814 h 6858000"/>
              <a:gd name="connsiteX5" fmla="*/ 130427 w 2521425"/>
              <a:gd name="connsiteY5" fmla="*/ 6780599 h 6858000"/>
              <a:gd name="connsiteX6" fmla="*/ 18671 w 2521425"/>
              <a:gd name="connsiteY6" fmla="*/ 6858000 h 6858000"/>
              <a:gd name="connsiteX7" fmla="*/ 0 w 2521425"/>
              <a:gd name="connsiteY7" fmla="*/ 6858000 h 6858000"/>
              <a:gd name="connsiteX8" fmla="*/ 111756 w 2521425"/>
              <a:gd name="connsiteY8" fmla="*/ 6780599 h 6858000"/>
              <a:gd name="connsiteX9" fmla="*/ 628404 w 2521425"/>
              <a:gd name="connsiteY9" fmla="*/ 6374814 h 6858000"/>
              <a:gd name="connsiteX10" fmla="*/ 2502754 w 2521425"/>
              <a:gd name="connsiteY10" fmla="*/ 3621656 h 6858000"/>
              <a:gd name="connsiteX11" fmla="*/ 901855 w 2521425"/>
              <a:gd name="connsiteY11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195EA065-AC5D-431D-927E-87FF058848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96194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46934B3C-D73F-4CD0-95B1-0244D662D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23292" y="0"/>
            <a:ext cx="2486322" cy="6858000"/>
          </a:xfrm>
          <a:custGeom>
            <a:avLst/>
            <a:gdLst>
              <a:gd name="connsiteX0" fmla="*/ 879731 w 2521425"/>
              <a:gd name="connsiteY0" fmla="*/ 0 h 6858000"/>
              <a:gd name="connsiteX1" fmla="*/ 898402 w 2521425"/>
              <a:gd name="connsiteY1" fmla="*/ 0 h 6858000"/>
              <a:gd name="connsiteX2" fmla="*/ 920526 w 2521425"/>
              <a:gd name="connsiteY2" fmla="*/ 14997 h 6858000"/>
              <a:gd name="connsiteX3" fmla="*/ 2521425 w 2521425"/>
              <a:gd name="connsiteY3" fmla="*/ 3621656 h 6858000"/>
              <a:gd name="connsiteX4" fmla="*/ 647075 w 2521425"/>
              <a:gd name="connsiteY4" fmla="*/ 6374814 h 6858000"/>
              <a:gd name="connsiteX5" fmla="*/ 130427 w 2521425"/>
              <a:gd name="connsiteY5" fmla="*/ 6780599 h 6858000"/>
              <a:gd name="connsiteX6" fmla="*/ 18671 w 2521425"/>
              <a:gd name="connsiteY6" fmla="*/ 6858000 h 6858000"/>
              <a:gd name="connsiteX7" fmla="*/ 0 w 2521425"/>
              <a:gd name="connsiteY7" fmla="*/ 6858000 h 6858000"/>
              <a:gd name="connsiteX8" fmla="*/ 111756 w 2521425"/>
              <a:gd name="connsiteY8" fmla="*/ 6780599 h 6858000"/>
              <a:gd name="connsiteX9" fmla="*/ 628404 w 2521425"/>
              <a:gd name="connsiteY9" fmla="*/ 6374814 h 6858000"/>
              <a:gd name="connsiteX10" fmla="*/ 2502754 w 2521425"/>
              <a:gd name="connsiteY10" fmla="*/ 3621656 h 6858000"/>
              <a:gd name="connsiteX11" fmla="*/ 901855 w 2521425"/>
              <a:gd name="connsiteY11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E211F3BA-56B3-8F51-BD13-C05DBFFB6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3607" y="3912041"/>
            <a:ext cx="8394306" cy="1396053"/>
          </a:xfrm>
        </p:spPr>
        <p:txBody>
          <a:bodyPr vert="horz" lIns="109728" tIns="109728" rIns="109728" bIns="91440" rtlCol="0" anchor="b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4600">
                <a:solidFill>
                  <a:schemeClr val="tx1">
                    <a:lumMod val="85000"/>
                    <a:lumOff val="15000"/>
                  </a:schemeClr>
                </a:solidFill>
              </a:rPr>
              <a:t>Praktyka uruchomienie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9B1A02D9-6424-7B53-6B28-F519EB962F41}"/>
              </a:ext>
            </a:extLst>
          </p:cNvPr>
          <p:cNvSpPr txBox="1"/>
          <p:nvPr/>
        </p:nvSpPr>
        <p:spPr>
          <a:xfrm>
            <a:off x="2619375" y="5308096"/>
            <a:ext cx="6953250" cy="862394"/>
          </a:xfrm>
          <a:prstGeom prst="rect">
            <a:avLst/>
          </a:prstGeom>
        </p:spPr>
        <p:txBody>
          <a:bodyPr vert="horz" lIns="109728" tIns="109728" rIns="109728" bIns="91440" rtlCol="0" anchor="t">
            <a:normAutofit/>
          </a:bodyPr>
          <a:lstStyle/>
          <a:p>
            <a:pPr algn="ctr">
              <a:lnSpc>
                <a:spcPct val="120000"/>
              </a:lnSpc>
              <a:spcBef>
                <a:spcPts val="930"/>
              </a:spcBef>
            </a:pPr>
            <a:r>
              <a:rPr lang="en-US" sz="1700" spc="150">
                <a:solidFill>
                  <a:schemeClr val="tx1">
                    <a:lumMod val="85000"/>
                    <a:lumOff val="15000"/>
                  </a:schemeClr>
                </a:solidFill>
              </a:rPr>
              <a:t>docker run -d -p 3000:3000 kubuspospolitos/moja-aplikacja:1.0</a:t>
            </a:r>
          </a:p>
        </p:txBody>
      </p:sp>
      <p:pic>
        <p:nvPicPr>
          <p:cNvPr id="7" name="Obraz 6" descr="Obraz zawierający tekst, zrzut ekranu, Czcionka&#10;&#10;Opis wygenerowany automatycznie">
            <a:extLst>
              <a:ext uri="{FF2B5EF4-FFF2-40B4-BE49-F238E27FC236}">
                <a16:creationId xmlns:a16="http://schemas.microsoft.com/office/drawing/2014/main" id="{00CD3B24-5756-4BBF-2DA7-DCF87C0E19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4329" y="821665"/>
            <a:ext cx="4704883" cy="2946903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Pismo odręczne 2">
                <a:extLst>
                  <a:ext uri="{FF2B5EF4-FFF2-40B4-BE49-F238E27FC236}">
                    <a16:creationId xmlns:a16="http://schemas.microsoft.com/office/drawing/2014/main" id="{7C136F1E-AAC0-091B-AF07-BD784E2FF62B}"/>
                  </a:ext>
                </a:extLst>
              </p14:cNvPr>
              <p14:cNvContentPartPr/>
              <p14:nvPr/>
            </p14:nvContentPartPr>
            <p14:xfrm>
              <a:off x="4215094" y="5334830"/>
              <a:ext cx="431640" cy="438840"/>
            </p14:xfrm>
          </p:contentPart>
        </mc:Choice>
        <mc:Fallback>
          <p:pic>
            <p:nvPicPr>
              <p:cNvPr id="3" name="Pismo odręczne 2">
                <a:extLst>
                  <a:ext uri="{FF2B5EF4-FFF2-40B4-BE49-F238E27FC236}">
                    <a16:creationId xmlns:a16="http://schemas.microsoft.com/office/drawing/2014/main" id="{7C136F1E-AAC0-091B-AF07-BD784E2FF62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206094" y="5325830"/>
                <a:ext cx="449280" cy="456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355649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84C42B9-DA44-DFA3-E001-729C7B2B0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Inne komendy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346DC814-D598-8596-1EA8-7B80590FDF97}"/>
              </a:ext>
            </a:extLst>
          </p:cNvPr>
          <p:cNvSpPr txBox="1"/>
          <p:nvPr/>
        </p:nvSpPr>
        <p:spPr>
          <a:xfrm>
            <a:off x="432486" y="2598689"/>
            <a:ext cx="1175951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dirty="0" err="1"/>
              <a:t>apple@MacBook-Pro</a:t>
            </a:r>
            <a:r>
              <a:rPr lang="pl-PL" dirty="0"/>
              <a:t> 1-cwiczenie % </a:t>
            </a:r>
            <a:r>
              <a:rPr lang="pl-PL" dirty="0" err="1"/>
              <a:t>docker</a:t>
            </a:r>
            <a:r>
              <a:rPr lang="pl-PL" dirty="0"/>
              <a:t> </a:t>
            </a:r>
            <a:r>
              <a:rPr lang="pl-PL" dirty="0" err="1"/>
              <a:t>ps</a:t>
            </a:r>
            <a:r>
              <a:rPr lang="pl-PL" dirty="0"/>
              <a:t> -l </a:t>
            </a:r>
          </a:p>
          <a:p>
            <a:r>
              <a:rPr lang="pl-PL" dirty="0"/>
              <a:t>    </a:t>
            </a:r>
          </a:p>
          <a:p>
            <a:r>
              <a:rPr lang="pl-PL" sz="1200" dirty="0"/>
              <a:t>CONTAINER ID   IMAGE                                COMMAND                  CREATED          STATUS                          PORTS     NAMES</a:t>
            </a:r>
          </a:p>
          <a:p>
            <a:r>
              <a:rPr lang="pl-PL" sz="1200" dirty="0"/>
              <a:t>cf130e097665   </a:t>
            </a:r>
            <a:r>
              <a:rPr lang="pl-PL" sz="1200" dirty="0" err="1"/>
              <a:t>kubuspospolitos</a:t>
            </a:r>
            <a:r>
              <a:rPr lang="pl-PL" sz="1200" dirty="0"/>
              <a:t>/moja-aplikacja:1.0   "</a:t>
            </a:r>
            <a:r>
              <a:rPr lang="pl-PL" sz="1200" dirty="0" err="1"/>
              <a:t>docker-entrypoint.s</a:t>
            </a:r>
            <a:r>
              <a:rPr lang="pl-PL" sz="1200" dirty="0"/>
              <a:t>…"   20 </a:t>
            </a:r>
            <a:r>
              <a:rPr lang="pl-PL" sz="1200" dirty="0" err="1"/>
              <a:t>minutes</a:t>
            </a:r>
            <a:r>
              <a:rPr lang="pl-PL" sz="1200" dirty="0"/>
              <a:t> ago   </a:t>
            </a:r>
            <a:r>
              <a:rPr lang="pl-PL" sz="1200" dirty="0" err="1"/>
              <a:t>Exited</a:t>
            </a:r>
            <a:r>
              <a:rPr lang="pl-PL" sz="1200" dirty="0"/>
              <a:t> (1) </a:t>
            </a:r>
            <a:r>
              <a:rPr lang="pl-PL" sz="1200" dirty="0" err="1"/>
              <a:t>About</a:t>
            </a:r>
            <a:r>
              <a:rPr lang="pl-PL" sz="1200" dirty="0"/>
              <a:t> a </a:t>
            </a:r>
            <a:r>
              <a:rPr lang="pl-PL" sz="1200" dirty="0" err="1"/>
              <a:t>minute</a:t>
            </a:r>
            <a:r>
              <a:rPr lang="pl-PL" sz="1200" dirty="0"/>
              <a:t> ago             </a:t>
            </a:r>
            <a:r>
              <a:rPr lang="pl-PL" sz="1200" dirty="0" err="1"/>
              <a:t>nifty_gates</a:t>
            </a:r>
            <a:endParaRPr lang="pl-PL" sz="1200" dirty="0"/>
          </a:p>
        </p:txBody>
      </p:sp>
    </p:spTree>
    <p:extLst>
      <p:ext uri="{BB962C8B-B14F-4D97-AF65-F5344CB8AC3E}">
        <p14:creationId xmlns:p14="http://schemas.microsoft.com/office/powerpoint/2010/main" val="36704134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0C4E85C-7423-8C6A-0F51-04E7EC1D0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Inne komendy</a:t>
            </a:r>
          </a:p>
        </p:txBody>
      </p:sp>
      <p:pic>
        <p:nvPicPr>
          <p:cNvPr id="5" name="Symbol zastępczy zawartości 4">
            <a:extLst>
              <a:ext uri="{FF2B5EF4-FFF2-40B4-BE49-F238E27FC236}">
                <a16:creationId xmlns:a16="http://schemas.microsoft.com/office/drawing/2014/main" id="{CB254EF0-0F75-C71A-C4BA-0811E99058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7708" y="2532159"/>
            <a:ext cx="11796584" cy="2504349"/>
          </a:xfr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6" name="Pismo odręczne 5">
                <a:extLst>
                  <a:ext uri="{FF2B5EF4-FFF2-40B4-BE49-F238E27FC236}">
                    <a16:creationId xmlns:a16="http://schemas.microsoft.com/office/drawing/2014/main" id="{A58D676A-14DA-745A-E05B-303CF79899C9}"/>
                  </a:ext>
                </a:extLst>
              </p14:cNvPr>
              <p14:cNvContentPartPr/>
              <p14:nvPr/>
            </p14:nvContentPartPr>
            <p14:xfrm>
              <a:off x="265860" y="2391448"/>
              <a:ext cx="3308760" cy="450360"/>
            </p14:xfrm>
          </p:contentPart>
        </mc:Choice>
        <mc:Fallback>
          <p:pic>
            <p:nvPicPr>
              <p:cNvPr id="6" name="Pismo odręczne 5">
                <a:extLst>
                  <a:ext uri="{FF2B5EF4-FFF2-40B4-BE49-F238E27FC236}">
                    <a16:creationId xmlns:a16="http://schemas.microsoft.com/office/drawing/2014/main" id="{A58D676A-14DA-745A-E05B-303CF79899C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57220" y="2382808"/>
                <a:ext cx="332640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7" name="Pismo odręczne 6">
                <a:extLst>
                  <a:ext uri="{FF2B5EF4-FFF2-40B4-BE49-F238E27FC236}">
                    <a16:creationId xmlns:a16="http://schemas.microsoft.com/office/drawing/2014/main" id="{110E3EE9-CA72-8EB8-F9B5-7787BCF1FC73}"/>
                  </a:ext>
                </a:extLst>
              </p14:cNvPr>
              <p14:cNvContentPartPr/>
              <p14:nvPr/>
            </p14:nvContentPartPr>
            <p14:xfrm>
              <a:off x="2247334" y="3076190"/>
              <a:ext cx="2972520" cy="302040"/>
            </p14:xfrm>
          </p:contentPart>
        </mc:Choice>
        <mc:Fallback>
          <p:pic>
            <p:nvPicPr>
              <p:cNvPr id="7" name="Pismo odręczne 6">
                <a:extLst>
                  <a:ext uri="{FF2B5EF4-FFF2-40B4-BE49-F238E27FC236}">
                    <a16:creationId xmlns:a16="http://schemas.microsoft.com/office/drawing/2014/main" id="{110E3EE9-CA72-8EB8-F9B5-7787BCF1FC7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238334" y="3067190"/>
                <a:ext cx="2990160" cy="319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825056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DFCAD91-5A19-E49F-AADE-03BE4DD94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Inne komendy </a:t>
            </a:r>
            <a:r>
              <a:rPr lang="pl-PL" dirty="0" err="1"/>
              <a:t>docker</a:t>
            </a:r>
            <a:endParaRPr lang="pl-PL" dirty="0"/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7AC4FA46-999D-A3E5-4F42-DFD175A1487F}"/>
              </a:ext>
            </a:extLst>
          </p:cNvPr>
          <p:cNvSpPr txBox="1"/>
          <p:nvPr/>
        </p:nvSpPr>
        <p:spPr>
          <a:xfrm>
            <a:off x="321274" y="2357204"/>
            <a:ext cx="12233189" cy="3600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1200" dirty="0" err="1"/>
              <a:t>apple@MacBook-Pro</a:t>
            </a:r>
            <a:r>
              <a:rPr lang="pl-PL" sz="1200" dirty="0"/>
              <a:t> 1-cwiczenie % </a:t>
            </a:r>
            <a:r>
              <a:rPr lang="pl-PL" sz="1200" b="1" dirty="0" err="1">
                <a:solidFill>
                  <a:schemeClr val="accent1"/>
                </a:solidFill>
              </a:rPr>
              <a:t>docker</a:t>
            </a:r>
            <a:r>
              <a:rPr lang="pl-PL" sz="1200" b="1" dirty="0">
                <a:solidFill>
                  <a:schemeClr val="accent1"/>
                </a:solidFill>
              </a:rPr>
              <a:t> run -d -p 3000:3000 </a:t>
            </a:r>
            <a:r>
              <a:rPr lang="pl-PL" sz="1200" b="1" dirty="0" err="1">
                <a:solidFill>
                  <a:schemeClr val="accent1"/>
                </a:solidFill>
              </a:rPr>
              <a:t>kubuspospolitos</a:t>
            </a:r>
            <a:r>
              <a:rPr lang="pl-PL" sz="1200" b="1" dirty="0">
                <a:solidFill>
                  <a:schemeClr val="accent1"/>
                </a:solidFill>
              </a:rPr>
              <a:t>/moja-aplikacja:1.0</a:t>
            </a:r>
          </a:p>
          <a:p>
            <a:endParaRPr lang="pl-PL" sz="1200" dirty="0"/>
          </a:p>
          <a:p>
            <a:r>
              <a:rPr lang="pl-PL" sz="1200" dirty="0"/>
              <a:t>106dfa1a069b98e32f0f1fc4ae06467c1ada32fac77f712179641b1a35d64c6a</a:t>
            </a:r>
          </a:p>
          <a:p>
            <a:endParaRPr lang="pl-PL" sz="1200" dirty="0"/>
          </a:p>
          <a:p>
            <a:r>
              <a:rPr lang="pl-PL" sz="1200" dirty="0" err="1"/>
              <a:t>apple@MacBook-Pro</a:t>
            </a:r>
            <a:r>
              <a:rPr lang="pl-PL" sz="1200" dirty="0"/>
              <a:t> 1-cwiczenie % </a:t>
            </a:r>
            <a:r>
              <a:rPr lang="pl-PL" sz="1200" b="1" dirty="0" err="1">
                <a:solidFill>
                  <a:schemeClr val="accent1"/>
                </a:solidFill>
              </a:rPr>
              <a:t>docker</a:t>
            </a:r>
            <a:r>
              <a:rPr lang="pl-PL" sz="1200" b="1" dirty="0">
                <a:solidFill>
                  <a:schemeClr val="accent1"/>
                </a:solidFill>
              </a:rPr>
              <a:t> </a:t>
            </a:r>
            <a:r>
              <a:rPr lang="pl-PL" sz="1200" b="1" dirty="0" err="1">
                <a:solidFill>
                  <a:schemeClr val="accent1"/>
                </a:solidFill>
              </a:rPr>
              <a:t>ps</a:t>
            </a:r>
            <a:r>
              <a:rPr lang="pl-PL" sz="1200" b="1" dirty="0">
                <a:solidFill>
                  <a:schemeClr val="accent1"/>
                </a:solidFill>
              </a:rPr>
              <a:t> -l </a:t>
            </a:r>
          </a:p>
          <a:p>
            <a:r>
              <a:rPr lang="pl-PL" sz="1200" dirty="0"/>
              <a:t>CONTAINER ID   IMAGE                                COMMAND                  CREATED         STATUS         PORTS                                         NAMES</a:t>
            </a:r>
          </a:p>
          <a:p>
            <a:r>
              <a:rPr lang="pl-PL" sz="1200" dirty="0"/>
              <a:t>106dfa1a069b   </a:t>
            </a:r>
            <a:r>
              <a:rPr lang="pl-PL" sz="1200" dirty="0" err="1"/>
              <a:t>kubuspospolitos</a:t>
            </a:r>
            <a:r>
              <a:rPr lang="pl-PL" sz="1200" dirty="0"/>
              <a:t>/moja-aplikacja:1.0   "</a:t>
            </a:r>
            <a:r>
              <a:rPr lang="pl-PL" sz="1200" dirty="0" err="1"/>
              <a:t>docker-entrypoint.s</a:t>
            </a:r>
            <a:r>
              <a:rPr lang="pl-PL" sz="1200" dirty="0"/>
              <a:t>…"   6 </a:t>
            </a:r>
            <a:r>
              <a:rPr lang="pl-PL" sz="1200" dirty="0" err="1"/>
              <a:t>minutes</a:t>
            </a:r>
            <a:r>
              <a:rPr lang="pl-PL" sz="1200" dirty="0"/>
              <a:t> ago   </a:t>
            </a:r>
            <a:r>
              <a:rPr lang="pl-PL" sz="1200" dirty="0" err="1"/>
              <a:t>Up</a:t>
            </a:r>
            <a:r>
              <a:rPr lang="pl-PL" sz="1200" dirty="0"/>
              <a:t> 6 </a:t>
            </a:r>
            <a:r>
              <a:rPr lang="pl-PL" sz="1200" dirty="0" err="1"/>
              <a:t>minutes</a:t>
            </a:r>
            <a:r>
              <a:rPr lang="pl-PL" sz="1200" dirty="0"/>
              <a:t>   0.0.0.0:3000-&gt;3000/</a:t>
            </a:r>
            <a:r>
              <a:rPr lang="pl-PL" sz="1200" dirty="0" err="1"/>
              <a:t>tcp</a:t>
            </a:r>
            <a:r>
              <a:rPr lang="pl-PL" sz="1200" dirty="0"/>
              <a:t>, [::]:3000-&gt;3000/</a:t>
            </a:r>
            <a:r>
              <a:rPr lang="pl-PL" sz="1200" dirty="0" err="1"/>
              <a:t>tcp</a:t>
            </a:r>
            <a:r>
              <a:rPr lang="pl-PL" sz="1200" dirty="0"/>
              <a:t>   </a:t>
            </a:r>
            <a:r>
              <a:rPr lang="pl-PL" sz="1200" dirty="0" err="1"/>
              <a:t>compassionate_johnson</a:t>
            </a:r>
            <a:endParaRPr lang="pl-PL" sz="1200" dirty="0"/>
          </a:p>
          <a:p>
            <a:endParaRPr lang="pl-PL" sz="1200" dirty="0"/>
          </a:p>
          <a:p>
            <a:endParaRPr lang="pl-PL" sz="1200" dirty="0"/>
          </a:p>
          <a:p>
            <a:r>
              <a:rPr lang="pl-PL" sz="1200" dirty="0" err="1"/>
              <a:t>apple@MacBook-Pro</a:t>
            </a:r>
            <a:r>
              <a:rPr lang="pl-PL" sz="1200" dirty="0"/>
              <a:t> 1-cwiczenie % </a:t>
            </a:r>
            <a:r>
              <a:rPr lang="pl-PL" sz="1200" b="1" dirty="0" err="1">
                <a:solidFill>
                  <a:schemeClr val="accent1"/>
                </a:solidFill>
              </a:rPr>
              <a:t>docker</a:t>
            </a:r>
            <a:r>
              <a:rPr lang="pl-PL" sz="1200" b="1" dirty="0">
                <a:solidFill>
                  <a:schemeClr val="accent1"/>
                </a:solidFill>
              </a:rPr>
              <a:t> </a:t>
            </a:r>
            <a:r>
              <a:rPr lang="pl-PL" sz="1200" b="1" dirty="0" err="1">
                <a:solidFill>
                  <a:schemeClr val="accent1"/>
                </a:solidFill>
              </a:rPr>
              <a:t>rm</a:t>
            </a:r>
            <a:r>
              <a:rPr lang="pl-PL" sz="1200" b="1" dirty="0">
                <a:solidFill>
                  <a:schemeClr val="accent1"/>
                </a:solidFill>
              </a:rPr>
              <a:t> 106dfa1a069b</a:t>
            </a:r>
          </a:p>
          <a:p>
            <a:r>
              <a:rPr lang="pl-PL" sz="1200" dirty="0"/>
              <a:t>Error </a:t>
            </a:r>
            <a:r>
              <a:rPr lang="pl-PL" sz="1200" dirty="0" err="1"/>
              <a:t>response</a:t>
            </a:r>
            <a:r>
              <a:rPr lang="pl-PL" sz="1200" dirty="0"/>
              <a:t> from </a:t>
            </a:r>
            <a:r>
              <a:rPr lang="pl-PL" sz="1200" dirty="0" err="1"/>
              <a:t>daemon</a:t>
            </a:r>
            <a:r>
              <a:rPr lang="pl-PL" sz="1200" dirty="0"/>
              <a:t>: </a:t>
            </a:r>
            <a:r>
              <a:rPr lang="pl-PL" sz="1200" dirty="0" err="1"/>
              <a:t>cannot</a:t>
            </a:r>
            <a:r>
              <a:rPr lang="pl-PL" sz="1200" dirty="0"/>
              <a:t> </a:t>
            </a:r>
            <a:r>
              <a:rPr lang="pl-PL" sz="1200" dirty="0" err="1"/>
              <a:t>remove</a:t>
            </a:r>
            <a:r>
              <a:rPr lang="pl-PL" sz="1200" dirty="0"/>
              <a:t> </a:t>
            </a:r>
            <a:r>
              <a:rPr lang="pl-PL" sz="1200" dirty="0" err="1"/>
              <a:t>container</a:t>
            </a:r>
            <a:r>
              <a:rPr lang="pl-PL" sz="1200" dirty="0"/>
              <a:t> "106dfa1a069b": </a:t>
            </a:r>
            <a:r>
              <a:rPr lang="pl-PL" sz="1200" dirty="0" err="1"/>
              <a:t>container</a:t>
            </a:r>
            <a:r>
              <a:rPr lang="pl-PL" sz="1200" dirty="0"/>
              <a:t> </a:t>
            </a:r>
            <a:r>
              <a:rPr lang="pl-PL" sz="1200" dirty="0" err="1"/>
              <a:t>is</a:t>
            </a:r>
            <a:r>
              <a:rPr lang="pl-PL" sz="1200" dirty="0"/>
              <a:t> </a:t>
            </a:r>
            <a:r>
              <a:rPr lang="pl-PL" sz="1200" dirty="0" err="1"/>
              <a:t>running</a:t>
            </a:r>
            <a:r>
              <a:rPr lang="pl-PL" sz="1200" dirty="0"/>
              <a:t>: stop the </a:t>
            </a:r>
            <a:r>
              <a:rPr lang="pl-PL" sz="1200" dirty="0" err="1"/>
              <a:t>container</a:t>
            </a:r>
            <a:r>
              <a:rPr lang="pl-PL" sz="1200" dirty="0"/>
              <a:t> </a:t>
            </a:r>
            <a:r>
              <a:rPr lang="pl-PL" sz="1200" dirty="0" err="1"/>
              <a:t>before</a:t>
            </a:r>
            <a:r>
              <a:rPr lang="pl-PL" sz="1200" dirty="0"/>
              <a:t> </a:t>
            </a:r>
            <a:r>
              <a:rPr lang="pl-PL" sz="1200" dirty="0" err="1"/>
              <a:t>removing</a:t>
            </a:r>
            <a:r>
              <a:rPr lang="pl-PL" sz="1200" dirty="0"/>
              <a:t> </a:t>
            </a:r>
            <a:r>
              <a:rPr lang="pl-PL" sz="1200" dirty="0" err="1"/>
              <a:t>or</a:t>
            </a:r>
            <a:r>
              <a:rPr lang="pl-PL" sz="1200" dirty="0"/>
              <a:t> </a:t>
            </a:r>
            <a:r>
              <a:rPr lang="pl-PL" sz="1200" dirty="0" err="1"/>
              <a:t>force</a:t>
            </a:r>
            <a:r>
              <a:rPr lang="pl-PL" sz="1200" dirty="0"/>
              <a:t> </a:t>
            </a:r>
            <a:r>
              <a:rPr lang="pl-PL" sz="1200" dirty="0" err="1"/>
              <a:t>remove</a:t>
            </a:r>
            <a:endParaRPr lang="pl-PL" sz="1200" dirty="0"/>
          </a:p>
          <a:p>
            <a:endParaRPr lang="pl-PL" sz="1200" dirty="0"/>
          </a:p>
          <a:p>
            <a:endParaRPr lang="pl-PL" sz="1200" dirty="0"/>
          </a:p>
          <a:p>
            <a:r>
              <a:rPr lang="pl-PL" sz="1200" dirty="0" err="1"/>
              <a:t>apple@MacBook-Pro</a:t>
            </a:r>
            <a:r>
              <a:rPr lang="pl-PL" sz="1200" dirty="0"/>
              <a:t> 1-cwiczenie % </a:t>
            </a:r>
            <a:r>
              <a:rPr lang="pl-PL" sz="1200" b="1" dirty="0" err="1">
                <a:solidFill>
                  <a:schemeClr val="accent1"/>
                </a:solidFill>
              </a:rPr>
              <a:t>docker</a:t>
            </a:r>
            <a:r>
              <a:rPr lang="pl-PL" sz="1200" b="1" dirty="0">
                <a:solidFill>
                  <a:schemeClr val="accent1"/>
                </a:solidFill>
              </a:rPr>
              <a:t> stop 106dfa1a069b     </a:t>
            </a:r>
          </a:p>
          <a:p>
            <a:r>
              <a:rPr lang="pl-PL" sz="1200" dirty="0"/>
              <a:t>106dfa1a069b</a:t>
            </a:r>
          </a:p>
          <a:p>
            <a:endParaRPr lang="pl-PL" sz="1200" dirty="0"/>
          </a:p>
          <a:p>
            <a:r>
              <a:rPr lang="pl-PL" sz="1200" dirty="0" err="1"/>
              <a:t>apple@MacBook-Pro</a:t>
            </a:r>
            <a:r>
              <a:rPr lang="pl-PL" sz="1200" dirty="0"/>
              <a:t> 1-cwiczenie % </a:t>
            </a:r>
            <a:r>
              <a:rPr lang="pl-PL" sz="1200" b="1" dirty="0" err="1">
                <a:solidFill>
                  <a:schemeClr val="accent1"/>
                </a:solidFill>
              </a:rPr>
              <a:t>docker</a:t>
            </a:r>
            <a:r>
              <a:rPr lang="pl-PL" sz="1200" b="1" dirty="0">
                <a:solidFill>
                  <a:schemeClr val="accent1"/>
                </a:solidFill>
              </a:rPr>
              <a:t> </a:t>
            </a:r>
            <a:r>
              <a:rPr lang="pl-PL" sz="1200" b="1" dirty="0" err="1">
                <a:solidFill>
                  <a:schemeClr val="accent1"/>
                </a:solidFill>
              </a:rPr>
              <a:t>rm</a:t>
            </a:r>
            <a:r>
              <a:rPr lang="pl-PL" sz="1200" b="1" dirty="0">
                <a:solidFill>
                  <a:schemeClr val="accent1"/>
                </a:solidFill>
              </a:rPr>
              <a:t> 106dfa1a069b  </a:t>
            </a:r>
          </a:p>
          <a:p>
            <a:r>
              <a:rPr lang="pl-PL" sz="1200" dirty="0"/>
              <a:t>106dfa1a069b</a:t>
            </a:r>
          </a:p>
        </p:txBody>
      </p:sp>
    </p:spTree>
    <p:extLst>
      <p:ext uri="{BB962C8B-B14F-4D97-AF65-F5344CB8AC3E}">
        <p14:creationId xmlns:p14="http://schemas.microsoft.com/office/powerpoint/2010/main" val="641041009"/>
      </p:ext>
    </p:extLst>
  </p:cSld>
  <p:clrMapOvr>
    <a:masterClrMapping/>
  </p:clrMapOvr>
</p:sld>
</file>

<file path=ppt/theme/theme1.xml><?xml version="1.0" encoding="utf-8"?>
<a:theme xmlns:a="http://schemas.openxmlformats.org/drawingml/2006/main" name="SketchLinesVTI">
  <a:themeElements>
    <a:clrScheme name="SketchLines">
      <a:dk1>
        <a:sysClr val="windowText" lastClr="000000"/>
      </a:dk1>
      <a:lt1>
        <a:sysClr val="window" lastClr="FFFFFF"/>
      </a:lt1>
      <a:dk2>
        <a:srgbClr val="564E4E"/>
      </a:dk2>
      <a:lt2>
        <a:srgbClr val="EEEBE2"/>
      </a:lt2>
      <a:accent1>
        <a:srgbClr val="E54837"/>
      </a:accent1>
      <a:accent2>
        <a:srgbClr val="947F53"/>
      </a:accent2>
      <a:accent3>
        <a:srgbClr val="BE8D64"/>
      </a:accent3>
      <a:accent4>
        <a:srgbClr val="E0C171"/>
      </a:accent4>
      <a:accent5>
        <a:srgbClr val="968572"/>
      </a:accent5>
      <a:accent6>
        <a:srgbClr val="855D5D"/>
      </a:accent6>
      <a:hlink>
        <a:srgbClr val="CC9900"/>
      </a:hlink>
      <a:folHlink>
        <a:srgbClr val="96A9A9"/>
      </a:folHlink>
    </a:clrScheme>
    <a:fontScheme name="Custom 7">
      <a:majorFont>
        <a:latin typeface="Meiryo"/>
        <a:ea typeface=""/>
        <a:cs typeface=""/>
      </a:majorFont>
      <a:minorFont>
        <a:latin typeface="Meiryo"/>
        <a:ea typeface=""/>
        <a:cs typeface=""/>
      </a:minorFont>
    </a:fontScheme>
    <a:fmtScheme name="Feathered">
      <a:fillStyleLst>
        <a:solidFill>
          <a:schemeClr val="phClr"/>
        </a:solidFill>
        <a:solidFill>
          <a:schemeClr val="phClr">
            <a:tint val="67000"/>
            <a:satMod val="105000"/>
          </a:schemeClr>
        </a:soli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0000"/>
                <a:satMod val="120000"/>
                <a:lumMod val="99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>
              <a:tint val="50000"/>
              <a:shade val="83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25400" dir="5400000" algn="ctr" rotWithShape="0">
              <a:srgbClr val="000000">
                <a:alpha val="2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ketchLinesVTI" id="{8C0B0F05-C8D0-4078-9615-83E590287484}" vid="{43A7BC57-C1E3-4EE6-BDBC-5422DD574AF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904</Words>
  <Application>Microsoft Macintosh PowerPoint</Application>
  <PresentationFormat>Panoramiczny</PresentationFormat>
  <Paragraphs>209</Paragraphs>
  <Slides>30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30</vt:i4>
      </vt:variant>
    </vt:vector>
  </HeadingPairs>
  <TitlesOfParts>
    <vt:vector size="35" baseType="lpstr">
      <vt:lpstr>Meiryo</vt:lpstr>
      <vt:lpstr>Arial</vt:lpstr>
      <vt:lpstr>Corbel</vt:lpstr>
      <vt:lpstr>Wingdings</vt:lpstr>
      <vt:lpstr>SketchLinesVTI</vt:lpstr>
      <vt:lpstr>DevOps</vt:lpstr>
      <vt:lpstr>Cel </vt:lpstr>
      <vt:lpstr>Wymagania wstępne</vt:lpstr>
      <vt:lpstr>Moduł 1</vt:lpstr>
      <vt:lpstr>Moduł 2</vt:lpstr>
      <vt:lpstr>Moduł 3</vt:lpstr>
      <vt:lpstr>Moduł 4</vt:lpstr>
      <vt:lpstr>Moduł 5</vt:lpstr>
      <vt:lpstr>Moduł 6</vt:lpstr>
      <vt:lpstr>Moduł 7 </vt:lpstr>
      <vt:lpstr>Moduł 1</vt:lpstr>
      <vt:lpstr>Docker - Czym jest konteneryzacja? </vt:lpstr>
      <vt:lpstr>Docker – Architektura ? </vt:lpstr>
      <vt:lpstr>Docker – Architektura </vt:lpstr>
      <vt:lpstr>Docker – Architektura </vt:lpstr>
      <vt:lpstr>Architektura image - dockerfile</vt:lpstr>
      <vt:lpstr>Budowanie i uruchamianie</vt:lpstr>
      <vt:lpstr>KISS (Keep this Simple Stupid)</vt:lpstr>
      <vt:lpstr>Proces</vt:lpstr>
      <vt:lpstr>Praktyka – utwórz konto</vt:lpstr>
      <vt:lpstr>Praktyka - Tworzysz obraz aplikacji </vt:lpstr>
      <vt:lpstr>Praktyka - Tworzysz obraz aplikacji </vt:lpstr>
      <vt:lpstr>Praktyka docker login</vt:lpstr>
      <vt:lpstr>Praktyka wysłanie </vt:lpstr>
      <vt:lpstr>Praktyka pobranie </vt:lpstr>
      <vt:lpstr>Praktyka uruchomienie</vt:lpstr>
      <vt:lpstr>Praktyka uruchomienie</vt:lpstr>
      <vt:lpstr>Inne komendy</vt:lpstr>
      <vt:lpstr>Inne komendy</vt:lpstr>
      <vt:lpstr>Inne komendy docker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Jakub Gajda</dc:creator>
  <cp:lastModifiedBy>Jakub Gajda</cp:lastModifiedBy>
  <cp:revision>3</cp:revision>
  <dcterms:created xsi:type="dcterms:W3CDTF">2026-03-11T10:15:26Z</dcterms:created>
  <dcterms:modified xsi:type="dcterms:W3CDTF">2026-03-11T12:03:30Z</dcterms:modified>
</cp:coreProperties>
</file>