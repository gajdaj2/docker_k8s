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ink/ink1.xml" ContentType="application/inkml+xml"/>
  <Override PartName="/ppt/ink/ink2.xml" ContentType="application/inkml+xml"/>
  <Override PartName="/ppt/ink/ink3.xml" ContentType="application/inkml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1" r:id="rId1"/>
  </p:sldMasterIdLst>
  <p:notesMasterIdLst>
    <p:notesMasterId r:id="rId70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68" r:id="rId10"/>
    <p:sldId id="269" r:id="rId11"/>
    <p:sldId id="270" r:id="rId12"/>
    <p:sldId id="341" r:id="rId13"/>
    <p:sldId id="340" r:id="rId14"/>
    <p:sldId id="337" r:id="rId15"/>
    <p:sldId id="338" r:id="rId16"/>
    <p:sldId id="339" r:id="rId17"/>
    <p:sldId id="272" r:id="rId18"/>
    <p:sldId id="274" r:id="rId19"/>
    <p:sldId id="276" r:id="rId20"/>
    <p:sldId id="277" r:id="rId21"/>
    <p:sldId id="284" r:id="rId22"/>
    <p:sldId id="278" r:id="rId23"/>
    <p:sldId id="279" r:id="rId24"/>
    <p:sldId id="283" r:id="rId25"/>
    <p:sldId id="280" r:id="rId26"/>
    <p:sldId id="281" r:id="rId27"/>
    <p:sldId id="282" r:id="rId28"/>
    <p:sldId id="288" r:id="rId29"/>
    <p:sldId id="285" r:id="rId30"/>
    <p:sldId id="286" r:id="rId31"/>
    <p:sldId id="287" r:id="rId32"/>
    <p:sldId id="290" r:id="rId33"/>
    <p:sldId id="289" r:id="rId34"/>
    <p:sldId id="291" r:id="rId35"/>
    <p:sldId id="293" r:id="rId36"/>
    <p:sldId id="294" r:id="rId37"/>
    <p:sldId id="295" r:id="rId38"/>
    <p:sldId id="296" r:id="rId39"/>
    <p:sldId id="297" r:id="rId40"/>
    <p:sldId id="301" r:id="rId41"/>
    <p:sldId id="298" r:id="rId42"/>
    <p:sldId id="299" r:id="rId43"/>
    <p:sldId id="300" r:id="rId44"/>
    <p:sldId id="302" r:id="rId45"/>
    <p:sldId id="303" r:id="rId46"/>
    <p:sldId id="304" r:id="rId47"/>
    <p:sldId id="308" r:id="rId48"/>
    <p:sldId id="309" r:id="rId49"/>
    <p:sldId id="310" r:id="rId50"/>
    <p:sldId id="311" r:id="rId51"/>
    <p:sldId id="312" r:id="rId52"/>
    <p:sldId id="314" r:id="rId53"/>
    <p:sldId id="313" r:id="rId54"/>
    <p:sldId id="315" r:id="rId55"/>
    <p:sldId id="316" r:id="rId56"/>
    <p:sldId id="317" r:id="rId57"/>
    <p:sldId id="318" r:id="rId58"/>
    <p:sldId id="319" r:id="rId59"/>
    <p:sldId id="261" r:id="rId60"/>
    <p:sldId id="262" r:id="rId61"/>
    <p:sldId id="320" r:id="rId62"/>
    <p:sldId id="325" r:id="rId63"/>
    <p:sldId id="331" r:id="rId64"/>
    <p:sldId id="332" r:id="rId65"/>
    <p:sldId id="275" r:id="rId66"/>
    <p:sldId id="324" r:id="rId67"/>
    <p:sldId id="335" r:id="rId68"/>
    <p:sldId id="336" r:id="rId69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 pośredni 2 — Ak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15"/>
    <p:restoredTop sz="94685"/>
  </p:normalViewPr>
  <p:slideViewPr>
    <p:cSldViewPr snapToGrid="0">
      <p:cViewPr varScale="1">
        <p:scale>
          <a:sx n="132" d="100"/>
          <a:sy n="132" d="100"/>
        </p:scale>
        <p:origin x="19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2_5">
  <dgm:title val=""/>
  <dgm:desc val=""/>
  <dgm:catLst>
    <dgm:cat type="accent2" pri="11500"/>
  </dgm:catLst>
  <dgm:styleLbl name="node0">
    <dgm:fillClrLst meth="cycle">
      <a:schemeClr val="accent2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alpha val="90000"/>
      </a:schemeClr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alpha val="90000"/>
      </a:schemeClr>
      <a:schemeClr val="accent2">
        <a:alpha val="5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/>
    <dgm:txEffectClrLst/>
  </dgm:styleLbl>
  <dgm:styleLbl name="lnNode1">
    <dgm:fillClrLst>
      <a:schemeClr val="accent2">
        <a:shade val="90000"/>
      </a:schemeClr>
      <a:schemeClr val="accent2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  <a:alpha val="90000"/>
      </a:schemeClr>
      <a:schemeClr val="accent2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alpha val="90000"/>
        <a:tint val="40000"/>
      </a:schemeClr>
      <a:schemeClr val="accent2">
        <a:alpha val="5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44C9172-0E81-4678-9B91-055C7464BB92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78D1DB1-86A4-4218-808C-64A78EE46764}">
      <dgm:prSet/>
      <dgm:spPr/>
      <dgm:t>
        <a:bodyPr/>
        <a:lstStyle/>
        <a:p>
          <a:r>
            <a:rPr lang="pl-PL" b="1"/>
            <a:t>Cele modułu</a:t>
          </a:r>
          <a:endParaRPr lang="en-US"/>
        </a:p>
      </dgm:t>
    </dgm:pt>
    <dgm:pt modelId="{F49817F7-1EAF-4020-910A-0444F478E1B5}" type="parTrans" cxnId="{1803B73C-ED18-46B7-BFB7-F09CBB7B1BB0}">
      <dgm:prSet/>
      <dgm:spPr/>
      <dgm:t>
        <a:bodyPr/>
        <a:lstStyle/>
        <a:p>
          <a:endParaRPr lang="en-US"/>
        </a:p>
      </dgm:t>
    </dgm:pt>
    <dgm:pt modelId="{4A11CDE9-B93A-4B12-9899-52BF792915EE}" type="sibTrans" cxnId="{1803B73C-ED18-46B7-BFB7-F09CBB7B1BB0}">
      <dgm:prSet/>
      <dgm:spPr/>
      <dgm:t>
        <a:bodyPr/>
        <a:lstStyle/>
        <a:p>
          <a:endParaRPr lang="en-US"/>
        </a:p>
      </dgm:t>
    </dgm:pt>
    <dgm:pt modelId="{62F8DDC0-A608-48BF-8954-25CE1BBFB971}">
      <dgm:prSet/>
      <dgm:spPr/>
      <dgm:t>
        <a:bodyPr/>
        <a:lstStyle/>
        <a:p>
          <a:r>
            <a:rPr lang="pl-PL"/>
            <a:t>Tworzenie Dockerfile dla aplikacji</a:t>
          </a:r>
          <a:endParaRPr lang="en-US"/>
        </a:p>
      </dgm:t>
    </dgm:pt>
    <dgm:pt modelId="{C0275CA2-EEF7-4895-9649-149806AC20E8}" type="parTrans" cxnId="{C78E11F8-0F1E-4231-8F6C-ED4FA8E8257C}">
      <dgm:prSet/>
      <dgm:spPr/>
      <dgm:t>
        <a:bodyPr/>
        <a:lstStyle/>
        <a:p>
          <a:endParaRPr lang="en-US"/>
        </a:p>
      </dgm:t>
    </dgm:pt>
    <dgm:pt modelId="{93DDEAC6-36F7-4949-B1C3-57BF03F2F053}" type="sibTrans" cxnId="{C78E11F8-0F1E-4231-8F6C-ED4FA8E8257C}">
      <dgm:prSet/>
      <dgm:spPr/>
      <dgm:t>
        <a:bodyPr/>
        <a:lstStyle/>
        <a:p>
          <a:endParaRPr lang="en-US"/>
        </a:p>
      </dgm:t>
    </dgm:pt>
    <dgm:pt modelId="{9DD90F1D-66B2-43BE-8AE0-78EDCB2D74F6}">
      <dgm:prSet/>
      <dgm:spPr/>
      <dgm:t>
        <a:bodyPr/>
        <a:lstStyle/>
        <a:p>
          <a:r>
            <a:rPr lang="pl-PL"/>
            <a:t>Optymalizacja obrazów Docker</a:t>
          </a:r>
          <a:endParaRPr lang="en-US"/>
        </a:p>
      </dgm:t>
    </dgm:pt>
    <dgm:pt modelId="{73F39D5B-82F3-497D-83F5-BF6D355EFC0E}" type="parTrans" cxnId="{6C3B5DBD-E812-455A-91AA-AE57AD7FA68F}">
      <dgm:prSet/>
      <dgm:spPr/>
      <dgm:t>
        <a:bodyPr/>
        <a:lstStyle/>
        <a:p>
          <a:endParaRPr lang="en-US"/>
        </a:p>
      </dgm:t>
    </dgm:pt>
    <dgm:pt modelId="{540C4A8D-841D-4F4E-82EF-71FD3AA0B908}" type="sibTrans" cxnId="{6C3B5DBD-E812-455A-91AA-AE57AD7FA68F}">
      <dgm:prSet/>
      <dgm:spPr/>
      <dgm:t>
        <a:bodyPr/>
        <a:lstStyle/>
        <a:p>
          <a:endParaRPr lang="en-US"/>
        </a:p>
      </dgm:t>
    </dgm:pt>
    <dgm:pt modelId="{F5C0EBCF-81A2-4570-A65A-05F449F94A8D}">
      <dgm:prSet/>
      <dgm:spPr/>
      <dgm:t>
        <a:bodyPr/>
        <a:lstStyle/>
        <a:p>
          <a:r>
            <a:rPr lang="pl-PL" b="1"/>
            <a:t>Zawartość</a:t>
          </a:r>
          <a:endParaRPr lang="en-US"/>
        </a:p>
      </dgm:t>
    </dgm:pt>
    <dgm:pt modelId="{ADA6A3CC-BA6D-4F0F-9239-71AA7664F2DB}" type="parTrans" cxnId="{F44A8CB0-2D29-4EA5-9161-E7CA5C9FC8A8}">
      <dgm:prSet/>
      <dgm:spPr/>
      <dgm:t>
        <a:bodyPr/>
        <a:lstStyle/>
        <a:p>
          <a:endParaRPr lang="en-US"/>
        </a:p>
      </dgm:t>
    </dgm:pt>
    <dgm:pt modelId="{AF158004-2AA7-4FA3-8A2E-C9D020B475E5}" type="sibTrans" cxnId="{F44A8CB0-2D29-4EA5-9161-E7CA5C9FC8A8}">
      <dgm:prSet/>
      <dgm:spPr/>
      <dgm:t>
        <a:bodyPr/>
        <a:lstStyle/>
        <a:p>
          <a:endParaRPr lang="en-US"/>
        </a:p>
      </dgm:t>
    </dgm:pt>
    <dgm:pt modelId="{7D8F64A0-6AB0-40F3-BE80-E9BE67F93384}">
      <dgm:prSet/>
      <dgm:spPr/>
      <dgm:t>
        <a:bodyPr/>
        <a:lstStyle/>
        <a:p>
          <a:r>
            <a:rPr lang="pl-PL"/>
            <a:t>Struktura Dockerfile i instrukcje</a:t>
          </a:r>
          <a:endParaRPr lang="en-US"/>
        </a:p>
      </dgm:t>
    </dgm:pt>
    <dgm:pt modelId="{D9163390-61C2-41F0-85DB-4CA13854411B}" type="parTrans" cxnId="{054CF70C-B6B3-4FD7-9BE4-C8EF7839AF53}">
      <dgm:prSet/>
      <dgm:spPr/>
      <dgm:t>
        <a:bodyPr/>
        <a:lstStyle/>
        <a:p>
          <a:endParaRPr lang="en-US"/>
        </a:p>
      </dgm:t>
    </dgm:pt>
    <dgm:pt modelId="{44DB0385-8006-48F4-B1E6-E5CFA32E4B2C}" type="sibTrans" cxnId="{054CF70C-B6B3-4FD7-9BE4-C8EF7839AF53}">
      <dgm:prSet/>
      <dgm:spPr/>
      <dgm:t>
        <a:bodyPr/>
        <a:lstStyle/>
        <a:p>
          <a:endParaRPr lang="en-US"/>
        </a:p>
      </dgm:t>
    </dgm:pt>
    <dgm:pt modelId="{484D3BE3-219B-409B-99F7-30B5FA3F0631}">
      <dgm:prSet/>
      <dgm:spPr/>
      <dgm:t>
        <a:bodyPr/>
        <a:lstStyle/>
        <a:p>
          <a:r>
            <a:rPr lang="pl-PL"/>
            <a:t>Best practices: warstwy, cache, minimalizacja rozmiaru</a:t>
          </a:r>
          <a:endParaRPr lang="en-US"/>
        </a:p>
      </dgm:t>
    </dgm:pt>
    <dgm:pt modelId="{55774457-5306-4403-97DB-00817CAE323A}" type="parTrans" cxnId="{6120672E-F168-466E-B494-6787EA7C6B5B}">
      <dgm:prSet/>
      <dgm:spPr/>
      <dgm:t>
        <a:bodyPr/>
        <a:lstStyle/>
        <a:p>
          <a:endParaRPr lang="en-US"/>
        </a:p>
      </dgm:t>
    </dgm:pt>
    <dgm:pt modelId="{BAD3C99C-77B9-46AA-902A-47987FDB96A0}" type="sibTrans" cxnId="{6120672E-F168-466E-B494-6787EA7C6B5B}">
      <dgm:prSet/>
      <dgm:spPr/>
      <dgm:t>
        <a:bodyPr/>
        <a:lstStyle/>
        <a:p>
          <a:endParaRPr lang="en-US"/>
        </a:p>
      </dgm:t>
    </dgm:pt>
    <dgm:pt modelId="{BB145F10-7991-4A91-8A48-0148188B34E6}">
      <dgm:prSet/>
      <dgm:spPr/>
      <dgm:t>
        <a:bodyPr/>
        <a:lstStyle/>
        <a:p>
          <a:r>
            <a:rPr lang="pl-PL"/>
            <a:t>Multi-stage builds</a:t>
          </a:r>
          <a:endParaRPr lang="en-US"/>
        </a:p>
      </dgm:t>
    </dgm:pt>
    <dgm:pt modelId="{772F5AB8-E42E-442C-BE96-9F7A1DF9353B}" type="parTrans" cxnId="{CB5865EC-9E9D-419C-A65F-144E6E31ED05}">
      <dgm:prSet/>
      <dgm:spPr/>
      <dgm:t>
        <a:bodyPr/>
        <a:lstStyle/>
        <a:p>
          <a:endParaRPr lang="en-US"/>
        </a:p>
      </dgm:t>
    </dgm:pt>
    <dgm:pt modelId="{EBD770E8-F4EC-4528-8B72-FD4B00AD624F}" type="sibTrans" cxnId="{CB5865EC-9E9D-419C-A65F-144E6E31ED05}">
      <dgm:prSet/>
      <dgm:spPr/>
      <dgm:t>
        <a:bodyPr/>
        <a:lstStyle/>
        <a:p>
          <a:endParaRPr lang="en-US"/>
        </a:p>
      </dgm:t>
    </dgm:pt>
    <dgm:pt modelId="{46795DF5-B9B9-47D9-9DE2-B1304003DBAC}">
      <dgm:prSet/>
      <dgm:spPr/>
      <dgm:t>
        <a:bodyPr/>
        <a:lstStyle/>
        <a:p>
          <a:r>
            <a:rPr lang="pl-PL"/>
            <a:t>LAB: Utworzenie Dockerfile dla aplikacji Python</a:t>
          </a:r>
          <a:endParaRPr lang="en-US"/>
        </a:p>
      </dgm:t>
    </dgm:pt>
    <dgm:pt modelId="{4B2B70D2-C9A2-4C0A-94D6-3453ADBFB903}" type="parTrans" cxnId="{282562B3-2D38-4A4E-BADB-FE9163AD4EB0}">
      <dgm:prSet/>
      <dgm:spPr/>
      <dgm:t>
        <a:bodyPr/>
        <a:lstStyle/>
        <a:p>
          <a:endParaRPr lang="en-US"/>
        </a:p>
      </dgm:t>
    </dgm:pt>
    <dgm:pt modelId="{B844A1AF-0D4A-4339-AFE4-F08DF9CBEC55}" type="sibTrans" cxnId="{282562B3-2D38-4A4E-BADB-FE9163AD4EB0}">
      <dgm:prSet/>
      <dgm:spPr/>
      <dgm:t>
        <a:bodyPr/>
        <a:lstStyle/>
        <a:p>
          <a:endParaRPr lang="en-US"/>
        </a:p>
      </dgm:t>
    </dgm:pt>
    <dgm:pt modelId="{6E63E94D-F0D4-EE44-96BF-E0D98C3900A0}" type="pres">
      <dgm:prSet presAssocID="{644C9172-0E81-4678-9B91-055C7464BB92}" presName="linear" presStyleCnt="0">
        <dgm:presLayoutVars>
          <dgm:animLvl val="lvl"/>
          <dgm:resizeHandles val="exact"/>
        </dgm:presLayoutVars>
      </dgm:prSet>
      <dgm:spPr/>
    </dgm:pt>
    <dgm:pt modelId="{268A68A4-B3DB-534A-BFE2-9B6147D2C85E}" type="pres">
      <dgm:prSet presAssocID="{778D1DB1-86A4-4218-808C-64A78EE46764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92F9C13-74A1-9349-959D-5C47AE846834}" type="pres">
      <dgm:prSet presAssocID="{778D1DB1-86A4-4218-808C-64A78EE46764}" presName="childText" presStyleLbl="revTx" presStyleIdx="0" presStyleCnt="2">
        <dgm:presLayoutVars>
          <dgm:bulletEnabled val="1"/>
        </dgm:presLayoutVars>
      </dgm:prSet>
      <dgm:spPr/>
    </dgm:pt>
    <dgm:pt modelId="{CB27C405-498B-9E41-9AA2-52D385183659}" type="pres">
      <dgm:prSet presAssocID="{F5C0EBCF-81A2-4570-A65A-05F449F94A8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AEEFC98-3911-F248-97E9-8EEA327C0E5C}" type="pres">
      <dgm:prSet presAssocID="{F5C0EBCF-81A2-4570-A65A-05F449F94A8D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054CF70C-B6B3-4FD7-9BE4-C8EF7839AF53}" srcId="{F5C0EBCF-81A2-4570-A65A-05F449F94A8D}" destId="{7D8F64A0-6AB0-40F3-BE80-E9BE67F93384}" srcOrd="0" destOrd="0" parTransId="{D9163390-61C2-41F0-85DB-4CA13854411B}" sibTransId="{44DB0385-8006-48F4-B1E6-E5CFA32E4B2C}"/>
    <dgm:cxn modelId="{74EB082A-BC4B-624E-ACA1-562E45CADE3C}" type="presOf" srcId="{484D3BE3-219B-409B-99F7-30B5FA3F0631}" destId="{1AEEFC98-3911-F248-97E9-8EEA327C0E5C}" srcOrd="0" destOrd="1" presId="urn:microsoft.com/office/officeart/2005/8/layout/vList2"/>
    <dgm:cxn modelId="{6120672E-F168-466E-B494-6787EA7C6B5B}" srcId="{F5C0EBCF-81A2-4570-A65A-05F449F94A8D}" destId="{484D3BE3-219B-409B-99F7-30B5FA3F0631}" srcOrd="1" destOrd="0" parTransId="{55774457-5306-4403-97DB-00817CAE323A}" sibTransId="{BAD3C99C-77B9-46AA-902A-47987FDB96A0}"/>
    <dgm:cxn modelId="{1803B73C-ED18-46B7-BFB7-F09CBB7B1BB0}" srcId="{644C9172-0E81-4678-9B91-055C7464BB92}" destId="{778D1DB1-86A4-4218-808C-64A78EE46764}" srcOrd="0" destOrd="0" parTransId="{F49817F7-1EAF-4020-910A-0444F478E1B5}" sibTransId="{4A11CDE9-B93A-4B12-9899-52BF792915EE}"/>
    <dgm:cxn modelId="{141F6A48-F229-4448-8247-3D8D490CCB27}" type="presOf" srcId="{BB145F10-7991-4A91-8A48-0148188B34E6}" destId="{1AEEFC98-3911-F248-97E9-8EEA327C0E5C}" srcOrd="0" destOrd="2" presId="urn:microsoft.com/office/officeart/2005/8/layout/vList2"/>
    <dgm:cxn modelId="{DD913162-DF4C-C648-9B2E-C6218E38D597}" type="presOf" srcId="{46795DF5-B9B9-47D9-9DE2-B1304003DBAC}" destId="{1AEEFC98-3911-F248-97E9-8EEA327C0E5C}" srcOrd="0" destOrd="3" presId="urn:microsoft.com/office/officeart/2005/8/layout/vList2"/>
    <dgm:cxn modelId="{9EFF4D6A-F11D-7E40-BA76-8817DCD829A4}" type="presOf" srcId="{9DD90F1D-66B2-43BE-8AE0-78EDCB2D74F6}" destId="{692F9C13-74A1-9349-959D-5C47AE846834}" srcOrd="0" destOrd="1" presId="urn:microsoft.com/office/officeart/2005/8/layout/vList2"/>
    <dgm:cxn modelId="{40E36A80-A3FA-5E47-A00A-C1CC125CE1FC}" type="presOf" srcId="{62F8DDC0-A608-48BF-8954-25CE1BBFB971}" destId="{692F9C13-74A1-9349-959D-5C47AE846834}" srcOrd="0" destOrd="0" presId="urn:microsoft.com/office/officeart/2005/8/layout/vList2"/>
    <dgm:cxn modelId="{2A63DCA0-E2CB-6545-AEF7-EA3423E2443C}" type="presOf" srcId="{7D8F64A0-6AB0-40F3-BE80-E9BE67F93384}" destId="{1AEEFC98-3911-F248-97E9-8EEA327C0E5C}" srcOrd="0" destOrd="0" presId="urn:microsoft.com/office/officeart/2005/8/layout/vList2"/>
    <dgm:cxn modelId="{F44A8CB0-2D29-4EA5-9161-E7CA5C9FC8A8}" srcId="{644C9172-0E81-4678-9B91-055C7464BB92}" destId="{F5C0EBCF-81A2-4570-A65A-05F449F94A8D}" srcOrd="1" destOrd="0" parTransId="{ADA6A3CC-BA6D-4F0F-9239-71AA7664F2DB}" sibTransId="{AF158004-2AA7-4FA3-8A2E-C9D020B475E5}"/>
    <dgm:cxn modelId="{282562B3-2D38-4A4E-BADB-FE9163AD4EB0}" srcId="{F5C0EBCF-81A2-4570-A65A-05F449F94A8D}" destId="{46795DF5-B9B9-47D9-9DE2-B1304003DBAC}" srcOrd="3" destOrd="0" parTransId="{4B2B70D2-C9A2-4C0A-94D6-3453ADBFB903}" sibTransId="{B844A1AF-0D4A-4339-AFE4-F08DF9CBEC55}"/>
    <dgm:cxn modelId="{FAFE89B7-1A02-A24E-8BFE-7D425C4AEF59}" type="presOf" srcId="{778D1DB1-86A4-4218-808C-64A78EE46764}" destId="{268A68A4-B3DB-534A-BFE2-9B6147D2C85E}" srcOrd="0" destOrd="0" presId="urn:microsoft.com/office/officeart/2005/8/layout/vList2"/>
    <dgm:cxn modelId="{6C3B5DBD-E812-455A-91AA-AE57AD7FA68F}" srcId="{778D1DB1-86A4-4218-808C-64A78EE46764}" destId="{9DD90F1D-66B2-43BE-8AE0-78EDCB2D74F6}" srcOrd="1" destOrd="0" parTransId="{73F39D5B-82F3-497D-83F5-BF6D355EFC0E}" sibTransId="{540C4A8D-841D-4F4E-82EF-71FD3AA0B908}"/>
    <dgm:cxn modelId="{F6500FE3-CBEB-2843-9799-00658A63943B}" type="presOf" srcId="{644C9172-0E81-4678-9B91-055C7464BB92}" destId="{6E63E94D-F0D4-EE44-96BF-E0D98C3900A0}" srcOrd="0" destOrd="0" presId="urn:microsoft.com/office/officeart/2005/8/layout/vList2"/>
    <dgm:cxn modelId="{CB5865EC-9E9D-419C-A65F-144E6E31ED05}" srcId="{F5C0EBCF-81A2-4570-A65A-05F449F94A8D}" destId="{BB145F10-7991-4A91-8A48-0148188B34E6}" srcOrd="2" destOrd="0" parTransId="{772F5AB8-E42E-442C-BE96-9F7A1DF9353B}" sibTransId="{EBD770E8-F4EC-4528-8B72-FD4B00AD624F}"/>
    <dgm:cxn modelId="{86B848ED-D529-D749-83D8-91EDC0160902}" type="presOf" srcId="{F5C0EBCF-81A2-4570-A65A-05F449F94A8D}" destId="{CB27C405-498B-9E41-9AA2-52D385183659}" srcOrd="0" destOrd="0" presId="urn:microsoft.com/office/officeart/2005/8/layout/vList2"/>
    <dgm:cxn modelId="{C78E11F8-0F1E-4231-8F6C-ED4FA8E8257C}" srcId="{778D1DB1-86A4-4218-808C-64A78EE46764}" destId="{62F8DDC0-A608-48BF-8954-25CE1BBFB971}" srcOrd="0" destOrd="0" parTransId="{C0275CA2-EEF7-4895-9649-149806AC20E8}" sibTransId="{93DDEAC6-36F7-4949-B1C3-57BF03F2F053}"/>
    <dgm:cxn modelId="{282C3E35-0D65-8E40-8D05-A8B80374ED6A}" type="presParOf" srcId="{6E63E94D-F0D4-EE44-96BF-E0D98C3900A0}" destId="{268A68A4-B3DB-534A-BFE2-9B6147D2C85E}" srcOrd="0" destOrd="0" presId="urn:microsoft.com/office/officeart/2005/8/layout/vList2"/>
    <dgm:cxn modelId="{752A2811-5DCA-904D-AF66-2A932DD54E6E}" type="presParOf" srcId="{6E63E94D-F0D4-EE44-96BF-E0D98C3900A0}" destId="{692F9C13-74A1-9349-959D-5C47AE846834}" srcOrd="1" destOrd="0" presId="urn:microsoft.com/office/officeart/2005/8/layout/vList2"/>
    <dgm:cxn modelId="{E4B49D55-62BB-9946-99E9-81AAD4FB84CD}" type="presParOf" srcId="{6E63E94D-F0D4-EE44-96BF-E0D98C3900A0}" destId="{CB27C405-498B-9E41-9AA2-52D385183659}" srcOrd="2" destOrd="0" presId="urn:microsoft.com/office/officeart/2005/8/layout/vList2"/>
    <dgm:cxn modelId="{6BC63617-43BC-464B-B8C1-23BE5D37E184}" type="presParOf" srcId="{6E63E94D-F0D4-EE44-96BF-E0D98C3900A0}" destId="{1AEEFC98-3911-F248-97E9-8EEA327C0E5C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AA89A68-2B93-4199-A0E9-F39167514A16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198B049-31F1-489A-A235-E23662913838}">
      <dgm:prSet/>
      <dgm:spPr/>
      <dgm:t>
        <a:bodyPr/>
        <a:lstStyle/>
        <a:p>
          <a:r>
            <a:rPr lang="en-US" b="1"/>
            <a:t>Cele modułu</a:t>
          </a:r>
          <a:endParaRPr lang="en-US"/>
        </a:p>
      </dgm:t>
    </dgm:pt>
    <dgm:pt modelId="{2266520F-EA3A-4896-89F9-5A7013544AC7}" type="parTrans" cxnId="{DA73EF25-5858-4087-83A7-DCE14276C3F4}">
      <dgm:prSet/>
      <dgm:spPr/>
      <dgm:t>
        <a:bodyPr/>
        <a:lstStyle/>
        <a:p>
          <a:endParaRPr lang="en-US"/>
        </a:p>
      </dgm:t>
    </dgm:pt>
    <dgm:pt modelId="{CE5E5EEB-14BD-41C2-9B19-47E3ED5F602B}" type="sibTrans" cxnId="{DA73EF25-5858-4087-83A7-DCE14276C3F4}">
      <dgm:prSet/>
      <dgm:spPr/>
      <dgm:t>
        <a:bodyPr/>
        <a:lstStyle/>
        <a:p>
          <a:endParaRPr lang="en-US"/>
        </a:p>
      </dgm:t>
    </dgm:pt>
    <dgm:pt modelId="{E1AD180B-6E6C-4CF2-8DD4-8B98564CF1AF}">
      <dgm:prSet/>
      <dgm:spPr/>
      <dgm:t>
        <a:bodyPr/>
        <a:lstStyle/>
        <a:p>
          <a:r>
            <a:rPr lang="pl-PL"/>
            <a:t>Orkiestracja wielu kontenerów lokalnie</a:t>
          </a:r>
          <a:endParaRPr lang="en-US"/>
        </a:p>
      </dgm:t>
    </dgm:pt>
    <dgm:pt modelId="{AF745C2B-EE15-44B8-A373-C2A7BA375161}" type="parTrans" cxnId="{B9C87E31-BC60-4CDB-A71D-64CB73251102}">
      <dgm:prSet/>
      <dgm:spPr/>
      <dgm:t>
        <a:bodyPr/>
        <a:lstStyle/>
        <a:p>
          <a:endParaRPr lang="en-US"/>
        </a:p>
      </dgm:t>
    </dgm:pt>
    <dgm:pt modelId="{8808F774-C4CF-4AC5-A6DF-14EADC55DFC0}" type="sibTrans" cxnId="{B9C87E31-BC60-4CDB-A71D-64CB73251102}">
      <dgm:prSet/>
      <dgm:spPr/>
      <dgm:t>
        <a:bodyPr/>
        <a:lstStyle/>
        <a:p>
          <a:endParaRPr lang="en-US"/>
        </a:p>
      </dgm:t>
    </dgm:pt>
    <dgm:pt modelId="{1122152D-3026-4D97-9C9D-F424FC6956F1}">
      <dgm:prSet/>
      <dgm:spPr/>
      <dgm:t>
        <a:bodyPr/>
        <a:lstStyle/>
        <a:p>
          <a:r>
            <a:rPr lang="pl-PL" b="1"/>
            <a:t>Zawartość</a:t>
          </a:r>
          <a:endParaRPr lang="en-US"/>
        </a:p>
      </dgm:t>
    </dgm:pt>
    <dgm:pt modelId="{0ACAD2D5-652D-470A-B91E-9F771EF8B106}" type="parTrans" cxnId="{7DF92FE2-7B39-44DF-9BD8-1BC41EAB73D8}">
      <dgm:prSet/>
      <dgm:spPr/>
      <dgm:t>
        <a:bodyPr/>
        <a:lstStyle/>
        <a:p>
          <a:endParaRPr lang="en-US"/>
        </a:p>
      </dgm:t>
    </dgm:pt>
    <dgm:pt modelId="{E3ABA849-5B80-4AD9-B3D5-D86C95B3AE82}" type="sibTrans" cxnId="{7DF92FE2-7B39-44DF-9BD8-1BC41EAB73D8}">
      <dgm:prSet/>
      <dgm:spPr/>
      <dgm:t>
        <a:bodyPr/>
        <a:lstStyle/>
        <a:p>
          <a:endParaRPr lang="en-US"/>
        </a:p>
      </dgm:t>
    </dgm:pt>
    <dgm:pt modelId="{E9DF99F8-AC7B-4B57-9A2D-53A0C8633F64}">
      <dgm:prSet/>
      <dgm:spPr/>
      <dgm:t>
        <a:bodyPr/>
        <a:lstStyle/>
        <a:p>
          <a:r>
            <a:rPr lang="en-US"/>
            <a:t>docker-compose.yml: services, volumes, networks</a:t>
          </a:r>
        </a:p>
      </dgm:t>
    </dgm:pt>
    <dgm:pt modelId="{88C1C684-136B-4019-86A8-A0DA6CC5439B}" type="parTrans" cxnId="{0E1586A9-1D5B-4EFC-8123-2214C61040B5}">
      <dgm:prSet/>
      <dgm:spPr/>
      <dgm:t>
        <a:bodyPr/>
        <a:lstStyle/>
        <a:p>
          <a:endParaRPr lang="en-US"/>
        </a:p>
      </dgm:t>
    </dgm:pt>
    <dgm:pt modelId="{004257F0-14BA-4482-806F-6F2FFA2DC2FB}" type="sibTrans" cxnId="{0E1586A9-1D5B-4EFC-8123-2214C61040B5}">
      <dgm:prSet/>
      <dgm:spPr/>
      <dgm:t>
        <a:bodyPr/>
        <a:lstStyle/>
        <a:p>
          <a:endParaRPr lang="en-US"/>
        </a:p>
      </dgm:t>
    </dgm:pt>
    <dgm:pt modelId="{2EFB482F-F2E9-4888-A5FB-E602DBC1F7AA}">
      <dgm:prSet/>
      <dgm:spPr/>
      <dgm:t>
        <a:bodyPr/>
        <a:lstStyle/>
        <a:p>
          <a:r>
            <a:rPr lang="en-US"/>
            <a:t>Komendy: compose up, down, logs, exec</a:t>
          </a:r>
        </a:p>
      </dgm:t>
    </dgm:pt>
    <dgm:pt modelId="{B574CA0E-841C-4208-BEB4-92D2E123A52E}" type="parTrans" cxnId="{4B8447C7-B8D0-4986-99C6-DC31364CC4FD}">
      <dgm:prSet/>
      <dgm:spPr/>
      <dgm:t>
        <a:bodyPr/>
        <a:lstStyle/>
        <a:p>
          <a:endParaRPr lang="en-US"/>
        </a:p>
      </dgm:t>
    </dgm:pt>
    <dgm:pt modelId="{68162249-9D32-41DA-9C00-AC4C0A78288B}" type="sibTrans" cxnId="{4B8447C7-B8D0-4986-99C6-DC31364CC4FD}">
      <dgm:prSet/>
      <dgm:spPr/>
      <dgm:t>
        <a:bodyPr/>
        <a:lstStyle/>
        <a:p>
          <a:endParaRPr lang="en-US"/>
        </a:p>
      </dgm:t>
    </dgm:pt>
    <dgm:pt modelId="{6DD13F8A-48BF-4D5A-A245-E31B57624D35}">
      <dgm:prSet/>
      <dgm:spPr/>
      <dgm:t>
        <a:bodyPr/>
        <a:lstStyle/>
        <a:p>
          <a:r>
            <a:rPr lang="pl-PL"/>
            <a:t>Linking kontenerów</a:t>
          </a:r>
          <a:endParaRPr lang="en-US"/>
        </a:p>
      </dgm:t>
    </dgm:pt>
    <dgm:pt modelId="{816E28C4-23CE-4AA8-A0F1-7921F780D587}" type="parTrans" cxnId="{FF82F444-65DE-48B2-B80B-56B1A52660FB}">
      <dgm:prSet/>
      <dgm:spPr/>
      <dgm:t>
        <a:bodyPr/>
        <a:lstStyle/>
        <a:p>
          <a:endParaRPr lang="en-US"/>
        </a:p>
      </dgm:t>
    </dgm:pt>
    <dgm:pt modelId="{80CB04DF-C9A8-4543-B7A7-2026328C01C3}" type="sibTrans" cxnId="{FF82F444-65DE-48B2-B80B-56B1A52660FB}">
      <dgm:prSet/>
      <dgm:spPr/>
      <dgm:t>
        <a:bodyPr/>
        <a:lstStyle/>
        <a:p>
          <a:endParaRPr lang="en-US"/>
        </a:p>
      </dgm:t>
    </dgm:pt>
    <dgm:pt modelId="{615DE1C7-A5CE-4C06-B089-5B8150C038D2}">
      <dgm:prSet/>
      <dgm:spPr/>
      <dgm:t>
        <a:bodyPr/>
        <a:lstStyle/>
        <a:p>
          <a:r>
            <a:rPr lang="pl-PL"/>
            <a:t>LAB: Aplikacja multi-tier (web + database)</a:t>
          </a:r>
          <a:endParaRPr lang="en-US"/>
        </a:p>
      </dgm:t>
    </dgm:pt>
    <dgm:pt modelId="{1D87E6FC-712C-4F84-83FB-28411035E1A7}" type="parTrans" cxnId="{CA0604DE-8E7E-4299-8158-B7449982394B}">
      <dgm:prSet/>
      <dgm:spPr/>
      <dgm:t>
        <a:bodyPr/>
        <a:lstStyle/>
        <a:p>
          <a:endParaRPr lang="en-US"/>
        </a:p>
      </dgm:t>
    </dgm:pt>
    <dgm:pt modelId="{4C4B8D7B-68E9-41E2-AD55-AEE87D94C302}" type="sibTrans" cxnId="{CA0604DE-8E7E-4299-8158-B7449982394B}">
      <dgm:prSet/>
      <dgm:spPr/>
      <dgm:t>
        <a:bodyPr/>
        <a:lstStyle/>
        <a:p>
          <a:endParaRPr lang="en-US"/>
        </a:p>
      </dgm:t>
    </dgm:pt>
    <dgm:pt modelId="{47428047-2DC7-F74E-A429-1FD2D6FD77FA}" type="pres">
      <dgm:prSet presAssocID="{9AA89A68-2B93-4199-A0E9-F39167514A16}" presName="linear" presStyleCnt="0">
        <dgm:presLayoutVars>
          <dgm:animLvl val="lvl"/>
          <dgm:resizeHandles val="exact"/>
        </dgm:presLayoutVars>
      </dgm:prSet>
      <dgm:spPr/>
    </dgm:pt>
    <dgm:pt modelId="{0C74DBBE-833B-694B-BFF8-0608C17BD5C7}" type="pres">
      <dgm:prSet presAssocID="{A198B049-31F1-489A-A235-E2366291383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7FE6417F-DB76-8E4C-9CA3-15DF798E9D29}" type="pres">
      <dgm:prSet presAssocID="{A198B049-31F1-489A-A235-E23662913838}" presName="childText" presStyleLbl="revTx" presStyleIdx="0" presStyleCnt="2">
        <dgm:presLayoutVars>
          <dgm:bulletEnabled val="1"/>
        </dgm:presLayoutVars>
      </dgm:prSet>
      <dgm:spPr/>
    </dgm:pt>
    <dgm:pt modelId="{B1FC3CC5-B828-3140-ADE1-9317C6B3B000}" type="pres">
      <dgm:prSet presAssocID="{1122152D-3026-4D97-9C9D-F424FC6956F1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02BF8163-418E-0144-AFC3-64FAB120FED8}" type="pres">
      <dgm:prSet presAssocID="{1122152D-3026-4D97-9C9D-F424FC6956F1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DA73EF25-5858-4087-83A7-DCE14276C3F4}" srcId="{9AA89A68-2B93-4199-A0E9-F39167514A16}" destId="{A198B049-31F1-489A-A235-E23662913838}" srcOrd="0" destOrd="0" parTransId="{2266520F-EA3A-4896-89F9-5A7013544AC7}" sibTransId="{CE5E5EEB-14BD-41C2-9B19-47E3ED5F602B}"/>
    <dgm:cxn modelId="{B9C87E31-BC60-4CDB-A71D-64CB73251102}" srcId="{A198B049-31F1-489A-A235-E23662913838}" destId="{E1AD180B-6E6C-4CF2-8DD4-8B98564CF1AF}" srcOrd="0" destOrd="0" parTransId="{AF745C2B-EE15-44B8-A373-C2A7BA375161}" sibTransId="{8808F774-C4CF-4AC5-A6DF-14EADC55DFC0}"/>
    <dgm:cxn modelId="{FF82F444-65DE-48B2-B80B-56B1A52660FB}" srcId="{1122152D-3026-4D97-9C9D-F424FC6956F1}" destId="{6DD13F8A-48BF-4D5A-A245-E31B57624D35}" srcOrd="2" destOrd="0" parTransId="{816E28C4-23CE-4AA8-A0F1-7921F780D587}" sibTransId="{80CB04DF-C9A8-4543-B7A7-2026328C01C3}"/>
    <dgm:cxn modelId="{4390095A-2779-434B-9E3F-4ABD3CDC1650}" type="presOf" srcId="{615DE1C7-A5CE-4C06-B089-5B8150C038D2}" destId="{02BF8163-418E-0144-AFC3-64FAB120FED8}" srcOrd="0" destOrd="3" presId="urn:microsoft.com/office/officeart/2005/8/layout/vList2"/>
    <dgm:cxn modelId="{A3B98A5E-3D1A-754C-B150-813848111E79}" type="presOf" srcId="{E1AD180B-6E6C-4CF2-8DD4-8B98564CF1AF}" destId="{7FE6417F-DB76-8E4C-9CA3-15DF798E9D29}" srcOrd="0" destOrd="0" presId="urn:microsoft.com/office/officeart/2005/8/layout/vList2"/>
    <dgm:cxn modelId="{C7B67F63-D3D9-554B-ADDC-D8F05C3F2CB2}" type="presOf" srcId="{9AA89A68-2B93-4199-A0E9-F39167514A16}" destId="{47428047-2DC7-F74E-A429-1FD2D6FD77FA}" srcOrd="0" destOrd="0" presId="urn:microsoft.com/office/officeart/2005/8/layout/vList2"/>
    <dgm:cxn modelId="{27AC5A6E-5275-004D-BC74-A4D0AC100AAF}" type="presOf" srcId="{E9DF99F8-AC7B-4B57-9A2D-53A0C8633F64}" destId="{02BF8163-418E-0144-AFC3-64FAB120FED8}" srcOrd="0" destOrd="0" presId="urn:microsoft.com/office/officeart/2005/8/layout/vList2"/>
    <dgm:cxn modelId="{AEA8E27C-5915-C747-8E1C-E454ABF0EBC7}" type="presOf" srcId="{A198B049-31F1-489A-A235-E23662913838}" destId="{0C74DBBE-833B-694B-BFF8-0608C17BD5C7}" srcOrd="0" destOrd="0" presId="urn:microsoft.com/office/officeart/2005/8/layout/vList2"/>
    <dgm:cxn modelId="{0E1586A9-1D5B-4EFC-8123-2214C61040B5}" srcId="{1122152D-3026-4D97-9C9D-F424FC6956F1}" destId="{E9DF99F8-AC7B-4B57-9A2D-53A0C8633F64}" srcOrd="0" destOrd="0" parTransId="{88C1C684-136B-4019-86A8-A0DA6CC5439B}" sibTransId="{004257F0-14BA-4482-806F-6F2FFA2DC2FB}"/>
    <dgm:cxn modelId="{F39787AA-A5F0-B843-B4F0-BAB9505F3985}" type="presOf" srcId="{2EFB482F-F2E9-4888-A5FB-E602DBC1F7AA}" destId="{02BF8163-418E-0144-AFC3-64FAB120FED8}" srcOrd="0" destOrd="1" presId="urn:microsoft.com/office/officeart/2005/8/layout/vList2"/>
    <dgm:cxn modelId="{2402A1C1-DC6A-3842-9D0F-16D7A5CF8F27}" type="presOf" srcId="{1122152D-3026-4D97-9C9D-F424FC6956F1}" destId="{B1FC3CC5-B828-3140-ADE1-9317C6B3B000}" srcOrd="0" destOrd="0" presId="urn:microsoft.com/office/officeart/2005/8/layout/vList2"/>
    <dgm:cxn modelId="{4B8447C7-B8D0-4986-99C6-DC31364CC4FD}" srcId="{1122152D-3026-4D97-9C9D-F424FC6956F1}" destId="{2EFB482F-F2E9-4888-A5FB-E602DBC1F7AA}" srcOrd="1" destOrd="0" parTransId="{B574CA0E-841C-4208-BEB4-92D2E123A52E}" sibTransId="{68162249-9D32-41DA-9C00-AC4C0A78288B}"/>
    <dgm:cxn modelId="{95E7C5D7-376C-B842-A622-BB2A69397C9D}" type="presOf" srcId="{6DD13F8A-48BF-4D5A-A245-E31B57624D35}" destId="{02BF8163-418E-0144-AFC3-64FAB120FED8}" srcOrd="0" destOrd="2" presId="urn:microsoft.com/office/officeart/2005/8/layout/vList2"/>
    <dgm:cxn modelId="{CA0604DE-8E7E-4299-8158-B7449982394B}" srcId="{1122152D-3026-4D97-9C9D-F424FC6956F1}" destId="{615DE1C7-A5CE-4C06-B089-5B8150C038D2}" srcOrd="3" destOrd="0" parTransId="{1D87E6FC-712C-4F84-83FB-28411035E1A7}" sibTransId="{4C4B8D7B-68E9-41E2-AD55-AEE87D94C302}"/>
    <dgm:cxn modelId="{7DF92FE2-7B39-44DF-9BD8-1BC41EAB73D8}" srcId="{9AA89A68-2B93-4199-A0E9-F39167514A16}" destId="{1122152D-3026-4D97-9C9D-F424FC6956F1}" srcOrd="1" destOrd="0" parTransId="{0ACAD2D5-652D-470A-B91E-9F771EF8B106}" sibTransId="{E3ABA849-5B80-4AD9-B3D5-D86C95B3AE82}"/>
    <dgm:cxn modelId="{AC8ADED7-1F46-0C4B-9270-EAE834DA13C9}" type="presParOf" srcId="{47428047-2DC7-F74E-A429-1FD2D6FD77FA}" destId="{0C74DBBE-833B-694B-BFF8-0608C17BD5C7}" srcOrd="0" destOrd="0" presId="urn:microsoft.com/office/officeart/2005/8/layout/vList2"/>
    <dgm:cxn modelId="{6C8F934C-87E3-E44A-A50E-CAC9BD50F162}" type="presParOf" srcId="{47428047-2DC7-F74E-A429-1FD2D6FD77FA}" destId="{7FE6417F-DB76-8E4C-9CA3-15DF798E9D29}" srcOrd="1" destOrd="0" presId="urn:microsoft.com/office/officeart/2005/8/layout/vList2"/>
    <dgm:cxn modelId="{1954A4B9-BE02-5547-8DA6-FB371BA6BE42}" type="presParOf" srcId="{47428047-2DC7-F74E-A429-1FD2D6FD77FA}" destId="{B1FC3CC5-B828-3140-ADE1-9317C6B3B000}" srcOrd="2" destOrd="0" presId="urn:microsoft.com/office/officeart/2005/8/layout/vList2"/>
    <dgm:cxn modelId="{F68603EE-D6F8-E340-AE27-9528E8CDBF54}" type="presParOf" srcId="{47428047-2DC7-F74E-A429-1FD2D6FD77FA}" destId="{02BF8163-418E-0144-AFC3-64FAB120FED8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1B3E451-8405-4935-AA9D-1B17F592CFA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E973975-81DB-4E96-A52F-B65571F9E918}">
      <dgm:prSet/>
      <dgm:spPr/>
      <dgm:t>
        <a:bodyPr/>
        <a:lstStyle/>
        <a:p>
          <a:r>
            <a:rPr lang="pl-PL" b="1"/>
            <a:t>Cele modułu</a:t>
          </a:r>
          <a:endParaRPr lang="en-US"/>
        </a:p>
      </dgm:t>
    </dgm:pt>
    <dgm:pt modelId="{BCEA67E1-CF10-4E7D-87B6-A4A2D313B3A2}" type="parTrans" cxnId="{7BCDB590-92F5-4E9A-97E9-7E51720573AC}">
      <dgm:prSet/>
      <dgm:spPr/>
      <dgm:t>
        <a:bodyPr/>
        <a:lstStyle/>
        <a:p>
          <a:endParaRPr lang="en-US"/>
        </a:p>
      </dgm:t>
    </dgm:pt>
    <dgm:pt modelId="{9834B8BF-9BB3-4203-BA4A-F84C48E33C1F}" type="sibTrans" cxnId="{7BCDB590-92F5-4E9A-97E9-7E51720573AC}">
      <dgm:prSet/>
      <dgm:spPr/>
      <dgm:t>
        <a:bodyPr/>
        <a:lstStyle/>
        <a:p>
          <a:endParaRPr lang="en-US"/>
        </a:p>
      </dgm:t>
    </dgm:pt>
    <dgm:pt modelId="{D13E7789-167C-4FED-BFE9-882FA2BE383F}">
      <dgm:prSet/>
      <dgm:spPr/>
      <dgm:t>
        <a:bodyPr/>
        <a:lstStyle/>
        <a:p>
          <a:r>
            <a:rPr lang="pl-PL"/>
            <a:t>Strategie testowania kontenery</a:t>
          </a:r>
          <a:endParaRPr lang="en-US"/>
        </a:p>
      </dgm:t>
    </dgm:pt>
    <dgm:pt modelId="{99E8C68C-61C3-4C54-970D-1D71CF2B924D}" type="parTrans" cxnId="{31857CC3-210F-42D9-9908-2AAFABE7FB98}">
      <dgm:prSet/>
      <dgm:spPr/>
      <dgm:t>
        <a:bodyPr/>
        <a:lstStyle/>
        <a:p>
          <a:endParaRPr lang="en-US"/>
        </a:p>
      </dgm:t>
    </dgm:pt>
    <dgm:pt modelId="{B14DB8BB-2108-432D-9028-A2DAC446366F}" type="sibTrans" cxnId="{31857CC3-210F-42D9-9908-2AAFABE7FB98}">
      <dgm:prSet/>
      <dgm:spPr/>
      <dgm:t>
        <a:bodyPr/>
        <a:lstStyle/>
        <a:p>
          <a:endParaRPr lang="en-US"/>
        </a:p>
      </dgm:t>
    </dgm:pt>
    <dgm:pt modelId="{7B6C2E24-7971-4362-A3F4-5110B7BFC7CA}">
      <dgm:prSet/>
      <dgm:spPr/>
      <dgm:t>
        <a:bodyPr/>
        <a:lstStyle/>
        <a:p>
          <a:r>
            <a:rPr lang="pl-PL"/>
            <a:t>Health checks i diagnostyka</a:t>
          </a:r>
          <a:endParaRPr lang="en-US"/>
        </a:p>
      </dgm:t>
    </dgm:pt>
    <dgm:pt modelId="{3C1F5911-5AEF-424E-B7D6-02512F978187}" type="parTrans" cxnId="{044DDEE3-0522-4156-940C-88677E4A439E}">
      <dgm:prSet/>
      <dgm:spPr/>
      <dgm:t>
        <a:bodyPr/>
        <a:lstStyle/>
        <a:p>
          <a:endParaRPr lang="en-US"/>
        </a:p>
      </dgm:t>
    </dgm:pt>
    <dgm:pt modelId="{0E0E2D5F-48DA-4933-B367-E99A40444850}" type="sibTrans" cxnId="{044DDEE3-0522-4156-940C-88677E4A439E}">
      <dgm:prSet/>
      <dgm:spPr/>
      <dgm:t>
        <a:bodyPr/>
        <a:lstStyle/>
        <a:p>
          <a:endParaRPr lang="en-US"/>
        </a:p>
      </dgm:t>
    </dgm:pt>
    <dgm:pt modelId="{2A929355-62C4-4E6B-AF6C-D2EDDC264EBC}">
      <dgm:prSet/>
      <dgm:spPr/>
      <dgm:t>
        <a:bodyPr/>
        <a:lstStyle/>
        <a:p>
          <a:r>
            <a:rPr lang="pl-PL" b="1"/>
            <a:t>Zawartość</a:t>
          </a:r>
          <a:endParaRPr lang="en-US"/>
        </a:p>
      </dgm:t>
    </dgm:pt>
    <dgm:pt modelId="{2E179169-10D4-4900-A642-0B47FD859438}" type="parTrans" cxnId="{008359C6-C232-4910-9587-1ADE38900D44}">
      <dgm:prSet/>
      <dgm:spPr/>
      <dgm:t>
        <a:bodyPr/>
        <a:lstStyle/>
        <a:p>
          <a:endParaRPr lang="en-US"/>
        </a:p>
      </dgm:t>
    </dgm:pt>
    <dgm:pt modelId="{3D534D64-276F-4527-BA50-6A6E5A180E46}" type="sibTrans" cxnId="{008359C6-C232-4910-9587-1ADE38900D44}">
      <dgm:prSet/>
      <dgm:spPr/>
      <dgm:t>
        <a:bodyPr/>
        <a:lstStyle/>
        <a:p>
          <a:endParaRPr lang="en-US"/>
        </a:p>
      </dgm:t>
    </dgm:pt>
    <dgm:pt modelId="{77DDBEE5-25F0-4EE1-9F13-8B5AE91F510A}">
      <dgm:prSet/>
      <dgm:spPr/>
      <dgm:t>
        <a:bodyPr/>
        <a:lstStyle/>
        <a:p>
          <a:r>
            <a:rPr lang="pl-PL"/>
            <a:t>Unit testy w Docker</a:t>
          </a:r>
          <a:endParaRPr lang="en-US"/>
        </a:p>
      </dgm:t>
    </dgm:pt>
    <dgm:pt modelId="{411A9173-1996-4941-9D50-8AFAB6FC3C1A}" type="parTrans" cxnId="{690441DC-F826-4029-BCFA-85E9642D8CD1}">
      <dgm:prSet/>
      <dgm:spPr/>
      <dgm:t>
        <a:bodyPr/>
        <a:lstStyle/>
        <a:p>
          <a:endParaRPr lang="en-US"/>
        </a:p>
      </dgm:t>
    </dgm:pt>
    <dgm:pt modelId="{FEA7120E-E035-4CAD-9614-98DAA647210D}" type="sibTrans" cxnId="{690441DC-F826-4029-BCFA-85E9642D8CD1}">
      <dgm:prSet/>
      <dgm:spPr/>
      <dgm:t>
        <a:bodyPr/>
        <a:lstStyle/>
        <a:p>
          <a:endParaRPr lang="en-US"/>
        </a:p>
      </dgm:t>
    </dgm:pt>
    <dgm:pt modelId="{ACF5CEA7-EAFE-4903-A681-BEC673957C0E}">
      <dgm:prSet/>
      <dgm:spPr/>
      <dgm:t>
        <a:bodyPr/>
        <a:lstStyle/>
        <a:p>
          <a:r>
            <a:rPr lang="pl-PL"/>
            <a:t>Integration testy dla kontenerów</a:t>
          </a:r>
          <a:endParaRPr lang="en-US"/>
        </a:p>
      </dgm:t>
    </dgm:pt>
    <dgm:pt modelId="{76677207-3E5A-42F2-B0E2-2F0D8E7B584C}" type="parTrans" cxnId="{33D0A558-A320-40F3-940D-552E864402B8}">
      <dgm:prSet/>
      <dgm:spPr/>
      <dgm:t>
        <a:bodyPr/>
        <a:lstStyle/>
        <a:p>
          <a:endParaRPr lang="en-US"/>
        </a:p>
      </dgm:t>
    </dgm:pt>
    <dgm:pt modelId="{45850F84-88B3-4E81-8FE5-6C6E0A500EDE}" type="sibTrans" cxnId="{33D0A558-A320-40F3-940D-552E864402B8}">
      <dgm:prSet/>
      <dgm:spPr/>
      <dgm:t>
        <a:bodyPr/>
        <a:lstStyle/>
        <a:p>
          <a:endParaRPr lang="en-US"/>
        </a:p>
      </dgm:t>
    </dgm:pt>
    <dgm:pt modelId="{F3C39CF4-DEB3-49C1-808A-4A424AA10DE9}">
      <dgm:prSet/>
      <dgm:spPr/>
      <dgm:t>
        <a:bodyPr/>
        <a:lstStyle/>
        <a:p>
          <a:r>
            <a:rPr lang="pl-PL"/>
            <a:t>Health checks: CMD, HTTP, TCP</a:t>
          </a:r>
          <a:endParaRPr lang="en-US"/>
        </a:p>
      </dgm:t>
    </dgm:pt>
    <dgm:pt modelId="{D8ADB018-6DC5-4843-B020-924034E3DF25}" type="parTrans" cxnId="{7016D563-240F-4059-90A2-E12C2FFE5991}">
      <dgm:prSet/>
      <dgm:spPr/>
      <dgm:t>
        <a:bodyPr/>
        <a:lstStyle/>
        <a:p>
          <a:endParaRPr lang="en-US"/>
        </a:p>
      </dgm:t>
    </dgm:pt>
    <dgm:pt modelId="{A99018C4-9A1C-456F-8529-1D24348F550C}" type="sibTrans" cxnId="{7016D563-240F-4059-90A2-E12C2FFE5991}">
      <dgm:prSet/>
      <dgm:spPr/>
      <dgm:t>
        <a:bodyPr/>
        <a:lstStyle/>
        <a:p>
          <a:endParaRPr lang="en-US"/>
        </a:p>
      </dgm:t>
    </dgm:pt>
    <dgm:pt modelId="{5631F791-52D7-488C-A873-2D686EF45C46}">
      <dgm:prSet/>
      <dgm:spPr/>
      <dgm:t>
        <a:bodyPr/>
        <a:lstStyle/>
        <a:p>
          <a:r>
            <a:rPr lang="pl-PL"/>
            <a:t>Monitorowanie logów i metryki</a:t>
          </a:r>
          <a:endParaRPr lang="en-US"/>
        </a:p>
      </dgm:t>
    </dgm:pt>
    <dgm:pt modelId="{63D4C549-9B2D-42CE-AF85-D7C152E66271}" type="parTrans" cxnId="{D4EFD7CF-905D-4C10-B9A2-AA2399E27CA4}">
      <dgm:prSet/>
      <dgm:spPr/>
      <dgm:t>
        <a:bodyPr/>
        <a:lstStyle/>
        <a:p>
          <a:endParaRPr lang="en-US"/>
        </a:p>
      </dgm:t>
    </dgm:pt>
    <dgm:pt modelId="{F99F50CF-80BF-4EA3-8043-EFBE264EC211}" type="sibTrans" cxnId="{D4EFD7CF-905D-4C10-B9A2-AA2399E27CA4}">
      <dgm:prSet/>
      <dgm:spPr/>
      <dgm:t>
        <a:bodyPr/>
        <a:lstStyle/>
        <a:p>
          <a:endParaRPr lang="en-US"/>
        </a:p>
      </dgm:t>
    </dgm:pt>
    <dgm:pt modelId="{41612C67-F69C-4397-A82F-3346BDCAAF9F}">
      <dgm:prSet/>
      <dgm:spPr/>
      <dgm:t>
        <a:bodyPr/>
        <a:lstStyle/>
        <a:p>
          <a:r>
            <a:rPr lang="pl-PL"/>
            <a:t>LAB: Implementacja health checks</a:t>
          </a:r>
          <a:endParaRPr lang="en-US"/>
        </a:p>
      </dgm:t>
    </dgm:pt>
    <dgm:pt modelId="{3467B52F-00CE-4F30-B3F4-D6ADA69070A3}" type="parTrans" cxnId="{F5621DE0-BDFD-485E-8FE8-98A44261AC9E}">
      <dgm:prSet/>
      <dgm:spPr/>
      <dgm:t>
        <a:bodyPr/>
        <a:lstStyle/>
        <a:p>
          <a:endParaRPr lang="en-US"/>
        </a:p>
      </dgm:t>
    </dgm:pt>
    <dgm:pt modelId="{EFF72DBB-1AFC-4578-B668-D62342EB96D7}" type="sibTrans" cxnId="{F5621DE0-BDFD-485E-8FE8-98A44261AC9E}">
      <dgm:prSet/>
      <dgm:spPr/>
      <dgm:t>
        <a:bodyPr/>
        <a:lstStyle/>
        <a:p>
          <a:endParaRPr lang="en-US"/>
        </a:p>
      </dgm:t>
    </dgm:pt>
    <dgm:pt modelId="{50159AE5-51AA-6E48-94D5-5333BFACEBC5}" type="pres">
      <dgm:prSet presAssocID="{11B3E451-8405-4935-AA9D-1B17F592CFA0}" presName="linear" presStyleCnt="0">
        <dgm:presLayoutVars>
          <dgm:animLvl val="lvl"/>
          <dgm:resizeHandles val="exact"/>
        </dgm:presLayoutVars>
      </dgm:prSet>
      <dgm:spPr/>
    </dgm:pt>
    <dgm:pt modelId="{D70393C7-C9E0-1F48-8459-BBD290808506}" type="pres">
      <dgm:prSet presAssocID="{0E973975-81DB-4E96-A52F-B65571F9E91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5FEBF0B-AB78-5046-BB0B-5BDB84DD078C}" type="pres">
      <dgm:prSet presAssocID="{0E973975-81DB-4E96-A52F-B65571F9E918}" presName="childText" presStyleLbl="revTx" presStyleIdx="0" presStyleCnt="2">
        <dgm:presLayoutVars>
          <dgm:bulletEnabled val="1"/>
        </dgm:presLayoutVars>
      </dgm:prSet>
      <dgm:spPr/>
    </dgm:pt>
    <dgm:pt modelId="{3DEB5635-6C90-E54B-BCED-0AD74D23981C}" type="pres">
      <dgm:prSet presAssocID="{2A929355-62C4-4E6B-AF6C-D2EDDC264EBC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9FF076E9-0957-6B4E-A57A-A894A86C6074}" type="pres">
      <dgm:prSet presAssocID="{2A929355-62C4-4E6B-AF6C-D2EDDC264EBC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06DD0207-5985-F749-A4DD-C56F44F376E3}" type="presOf" srcId="{11B3E451-8405-4935-AA9D-1B17F592CFA0}" destId="{50159AE5-51AA-6E48-94D5-5333BFACEBC5}" srcOrd="0" destOrd="0" presId="urn:microsoft.com/office/officeart/2005/8/layout/vList2"/>
    <dgm:cxn modelId="{A847FD0F-2EE4-0942-97F1-0B8518ABC43C}" type="presOf" srcId="{ACF5CEA7-EAFE-4903-A681-BEC673957C0E}" destId="{9FF076E9-0957-6B4E-A57A-A894A86C6074}" srcOrd="0" destOrd="1" presId="urn:microsoft.com/office/officeart/2005/8/layout/vList2"/>
    <dgm:cxn modelId="{39680F2D-545B-BF49-9FDA-6143C1A90EE4}" type="presOf" srcId="{77DDBEE5-25F0-4EE1-9F13-8B5AE91F510A}" destId="{9FF076E9-0957-6B4E-A57A-A894A86C6074}" srcOrd="0" destOrd="0" presId="urn:microsoft.com/office/officeart/2005/8/layout/vList2"/>
    <dgm:cxn modelId="{33D0A558-A320-40F3-940D-552E864402B8}" srcId="{2A929355-62C4-4E6B-AF6C-D2EDDC264EBC}" destId="{ACF5CEA7-EAFE-4903-A681-BEC673957C0E}" srcOrd="1" destOrd="0" parTransId="{76677207-3E5A-42F2-B0E2-2F0D8E7B584C}" sibTransId="{45850F84-88B3-4E81-8FE5-6C6E0A500EDE}"/>
    <dgm:cxn modelId="{7016D563-240F-4059-90A2-E12C2FFE5991}" srcId="{2A929355-62C4-4E6B-AF6C-D2EDDC264EBC}" destId="{F3C39CF4-DEB3-49C1-808A-4A424AA10DE9}" srcOrd="2" destOrd="0" parTransId="{D8ADB018-6DC5-4843-B020-924034E3DF25}" sibTransId="{A99018C4-9A1C-456F-8529-1D24348F550C}"/>
    <dgm:cxn modelId="{7ED9F576-62BE-D243-9664-48D5C21474BD}" type="presOf" srcId="{7B6C2E24-7971-4362-A3F4-5110B7BFC7CA}" destId="{A5FEBF0B-AB78-5046-BB0B-5BDB84DD078C}" srcOrd="0" destOrd="1" presId="urn:microsoft.com/office/officeart/2005/8/layout/vList2"/>
    <dgm:cxn modelId="{6C25A977-90AB-874E-9984-B5E79694313D}" type="presOf" srcId="{41612C67-F69C-4397-A82F-3346BDCAAF9F}" destId="{9FF076E9-0957-6B4E-A57A-A894A86C6074}" srcOrd="0" destOrd="4" presId="urn:microsoft.com/office/officeart/2005/8/layout/vList2"/>
    <dgm:cxn modelId="{B6F35589-FEF6-F04E-8987-0D8CCD25401E}" type="presOf" srcId="{F3C39CF4-DEB3-49C1-808A-4A424AA10DE9}" destId="{9FF076E9-0957-6B4E-A57A-A894A86C6074}" srcOrd="0" destOrd="2" presId="urn:microsoft.com/office/officeart/2005/8/layout/vList2"/>
    <dgm:cxn modelId="{7BCDB590-92F5-4E9A-97E9-7E51720573AC}" srcId="{11B3E451-8405-4935-AA9D-1B17F592CFA0}" destId="{0E973975-81DB-4E96-A52F-B65571F9E918}" srcOrd="0" destOrd="0" parTransId="{BCEA67E1-CF10-4E7D-87B6-A4A2D313B3A2}" sibTransId="{9834B8BF-9BB3-4203-BA4A-F84C48E33C1F}"/>
    <dgm:cxn modelId="{42D82D9A-7DE3-7445-A1A0-56274F8E7686}" type="presOf" srcId="{0E973975-81DB-4E96-A52F-B65571F9E918}" destId="{D70393C7-C9E0-1F48-8459-BBD290808506}" srcOrd="0" destOrd="0" presId="urn:microsoft.com/office/officeart/2005/8/layout/vList2"/>
    <dgm:cxn modelId="{31857CC3-210F-42D9-9908-2AAFABE7FB98}" srcId="{0E973975-81DB-4E96-A52F-B65571F9E918}" destId="{D13E7789-167C-4FED-BFE9-882FA2BE383F}" srcOrd="0" destOrd="0" parTransId="{99E8C68C-61C3-4C54-970D-1D71CF2B924D}" sibTransId="{B14DB8BB-2108-432D-9028-A2DAC446366F}"/>
    <dgm:cxn modelId="{008359C6-C232-4910-9587-1ADE38900D44}" srcId="{11B3E451-8405-4935-AA9D-1B17F592CFA0}" destId="{2A929355-62C4-4E6B-AF6C-D2EDDC264EBC}" srcOrd="1" destOrd="0" parTransId="{2E179169-10D4-4900-A642-0B47FD859438}" sibTransId="{3D534D64-276F-4527-BA50-6A6E5A180E46}"/>
    <dgm:cxn modelId="{3DB07CCD-BC1D-4B42-A656-29B6D014209C}" type="presOf" srcId="{5631F791-52D7-488C-A873-2D686EF45C46}" destId="{9FF076E9-0957-6B4E-A57A-A894A86C6074}" srcOrd="0" destOrd="3" presId="urn:microsoft.com/office/officeart/2005/8/layout/vList2"/>
    <dgm:cxn modelId="{D4EFD7CF-905D-4C10-B9A2-AA2399E27CA4}" srcId="{2A929355-62C4-4E6B-AF6C-D2EDDC264EBC}" destId="{5631F791-52D7-488C-A873-2D686EF45C46}" srcOrd="3" destOrd="0" parTransId="{63D4C549-9B2D-42CE-AF85-D7C152E66271}" sibTransId="{F99F50CF-80BF-4EA3-8043-EFBE264EC211}"/>
    <dgm:cxn modelId="{690441DC-F826-4029-BCFA-85E9642D8CD1}" srcId="{2A929355-62C4-4E6B-AF6C-D2EDDC264EBC}" destId="{77DDBEE5-25F0-4EE1-9F13-8B5AE91F510A}" srcOrd="0" destOrd="0" parTransId="{411A9173-1996-4941-9D50-8AFAB6FC3C1A}" sibTransId="{FEA7120E-E035-4CAD-9614-98DAA647210D}"/>
    <dgm:cxn modelId="{F5621DE0-BDFD-485E-8FE8-98A44261AC9E}" srcId="{2A929355-62C4-4E6B-AF6C-D2EDDC264EBC}" destId="{41612C67-F69C-4397-A82F-3346BDCAAF9F}" srcOrd="4" destOrd="0" parTransId="{3467B52F-00CE-4F30-B3F4-D6ADA69070A3}" sibTransId="{EFF72DBB-1AFC-4578-B668-D62342EB96D7}"/>
    <dgm:cxn modelId="{044DDEE3-0522-4156-940C-88677E4A439E}" srcId="{0E973975-81DB-4E96-A52F-B65571F9E918}" destId="{7B6C2E24-7971-4362-A3F4-5110B7BFC7CA}" srcOrd="1" destOrd="0" parTransId="{3C1F5911-5AEF-424E-B7D6-02512F978187}" sibTransId="{0E0E2D5F-48DA-4933-B367-E99A40444850}"/>
    <dgm:cxn modelId="{6DA911E5-1FDD-A440-A0D1-3EE4E284B2FA}" type="presOf" srcId="{2A929355-62C4-4E6B-AF6C-D2EDDC264EBC}" destId="{3DEB5635-6C90-E54B-BCED-0AD74D23981C}" srcOrd="0" destOrd="0" presId="urn:microsoft.com/office/officeart/2005/8/layout/vList2"/>
    <dgm:cxn modelId="{2C32EAFD-70C7-844E-A430-CE5F50CA2200}" type="presOf" srcId="{D13E7789-167C-4FED-BFE9-882FA2BE383F}" destId="{A5FEBF0B-AB78-5046-BB0B-5BDB84DD078C}" srcOrd="0" destOrd="0" presId="urn:microsoft.com/office/officeart/2005/8/layout/vList2"/>
    <dgm:cxn modelId="{02DCE2CD-91E7-3E49-9BD7-8F29CB5CDA4B}" type="presParOf" srcId="{50159AE5-51AA-6E48-94D5-5333BFACEBC5}" destId="{D70393C7-C9E0-1F48-8459-BBD290808506}" srcOrd="0" destOrd="0" presId="urn:microsoft.com/office/officeart/2005/8/layout/vList2"/>
    <dgm:cxn modelId="{4017FBB1-2A57-8E4B-B0B2-5633373A4EC4}" type="presParOf" srcId="{50159AE5-51AA-6E48-94D5-5333BFACEBC5}" destId="{A5FEBF0B-AB78-5046-BB0B-5BDB84DD078C}" srcOrd="1" destOrd="0" presId="urn:microsoft.com/office/officeart/2005/8/layout/vList2"/>
    <dgm:cxn modelId="{EDF77E9E-0D0F-FB41-81B2-FBC5B0D9EF81}" type="presParOf" srcId="{50159AE5-51AA-6E48-94D5-5333BFACEBC5}" destId="{3DEB5635-6C90-E54B-BCED-0AD74D23981C}" srcOrd="2" destOrd="0" presId="urn:microsoft.com/office/officeart/2005/8/layout/vList2"/>
    <dgm:cxn modelId="{545E8C4D-36B7-F343-A083-4BA42E3F9589}" type="presParOf" srcId="{50159AE5-51AA-6E48-94D5-5333BFACEBC5}" destId="{9FF076E9-0957-6B4E-A57A-A894A86C607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652B8A2-F3F7-4168-BF2F-9EBDB4BF785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ECA97AA-D4A2-4165-8F26-0B848B32099A}">
      <dgm:prSet/>
      <dgm:spPr/>
      <dgm:t>
        <a:bodyPr/>
        <a:lstStyle/>
        <a:p>
          <a:r>
            <a:rPr lang="pl-PL" b="1"/>
            <a:t>Cele modułu</a:t>
          </a:r>
          <a:endParaRPr lang="en-US"/>
        </a:p>
      </dgm:t>
    </dgm:pt>
    <dgm:pt modelId="{5AE97D1E-6A2B-435B-A673-06E5F4A755F6}" type="parTrans" cxnId="{704F5D8C-4D82-4220-825E-2AE0A486F38C}">
      <dgm:prSet/>
      <dgm:spPr/>
      <dgm:t>
        <a:bodyPr/>
        <a:lstStyle/>
        <a:p>
          <a:endParaRPr lang="en-US"/>
        </a:p>
      </dgm:t>
    </dgm:pt>
    <dgm:pt modelId="{A31925C2-4345-4350-977C-09586F6AB139}" type="sibTrans" cxnId="{704F5D8C-4D82-4220-825E-2AE0A486F38C}">
      <dgm:prSet/>
      <dgm:spPr/>
      <dgm:t>
        <a:bodyPr/>
        <a:lstStyle/>
        <a:p>
          <a:endParaRPr lang="en-US"/>
        </a:p>
      </dgm:t>
    </dgm:pt>
    <dgm:pt modelId="{1D4D6163-FDCB-457B-BC8E-B6152831D3FE}">
      <dgm:prSet/>
      <dgm:spPr/>
      <dgm:t>
        <a:bodyPr/>
        <a:lstStyle/>
        <a:p>
          <a:r>
            <a:rPr lang="pl-PL"/>
            <a:t>Architektura Kubernetes</a:t>
          </a:r>
          <a:endParaRPr lang="en-US"/>
        </a:p>
      </dgm:t>
    </dgm:pt>
    <dgm:pt modelId="{602C3376-CE91-429F-B397-3449CA4D6210}" type="parTrans" cxnId="{F96170D6-95BA-4858-AA6D-413EE66DBD1C}">
      <dgm:prSet/>
      <dgm:spPr/>
      <dgm:t>
        <a:bodyPr/>
        <a:lstStyle/>
        <a:p>
          <a:endParaRPr lang="en-US"/>
        </a:p>
      </dgm:t>
    </dgm:pt>
    <dgm:pt modelId="{C3048D78-8D18-4FFB-A961-1F0BD7848A6F}" type="sibTrans" cxnId="{F96170D6-95BA-4858-AA6D-413EE66DBD1C}">
      <dgm:prSet/>
      <dgm:spPr/>
      <dgm:t>
        <a:bodyPr/>
        <a:lstStyle/>
        <a:p>
          <a:endParaRPr lang="en-US"/>
        </a:p>
      </dgm:t>
    </dgm:pt>
    <dgm:pt modelId="{9660E7D6-B25F-46C3-8E67-3B3E2646D299}">
      <dgm:prSet/>
      <dgm:spPr/>
      <dgm:t>
        <a:bodyPr/>
        <a:lstStyle/>
        <a:p>
          <a:r>
            <a:rPr lang="pl-PL"/>
            <a:t>Setup Minikube</a:t>
          </a:r>
          <a:endParaRPr lang="en-US"/>
        </a:p>
      </dgm:t>
    </dgm:pt>
    <dgm:pt modelId="{F0965D89-85BF-46FB-9E98-D0E83D4F10EA}" type="parTrans" cxnId="{9F9B032F-A3B9-4B51-BC07-FFFDD7C72E1B}">
      <dgm:prSet/>
      <dgm:spPr/>
      <dgm:t>
        <a:bodyPr/>
        <a:lstStyle/>
        <a:p>
          <a:endParaRPr lang="en-US"/>
        </a:p>
      </dgm:t>
    </dgm:pt>
    <dgm:pt modelId="{2ABACBB3-EB55-42CE-9B28-38ED20191CC5}" type="sibTrans" cxnId="{9F9B032F-A3B9-4B51-BC07-FFFDD7C72E1B}">
      <dgm:prSet/>
      <dgm:spPr/>
      <dgm:t>
        <a:bodyPr/>
        <a:lstStyle/>
        <a:p>
          <a:endParaRPr lang="en-US"/>
        </a:p>
      </dgm:t>
    </dgm:pt>
    <dgm:pt modelId="{900BC9C3-BE1A-4BFA-8E1B-29C646376FB0}">
      <dgm:prSet/>
      <dgm:spPr/>
      <dgm:t>
        <a:bodyPr/>
        <a:lstStyle/>
        <a:p>
          <a:r>
            <a:rPr lang="pl-PL" b="1"/>
            <a:t>Zawartość</a:t>
          </a:r>
          <a:endParaRPr lang="en-US"/>
        </a:p>
      </dgm:t>
    </dgm:pt>
    <dgm:pt modelId="{FED1A1BB-7A55-471B-A768-636357F09F29}" type="parTrans" cxnId="{52669CD5-1851-41CC-BA18-1461AC07B5B2}">
      <dgm:prSet/>
      <dgm:spPr/>
      <dgm:t>
        <a:bodyPr/>
        <a:lstStyle/>
        <a:p>
          <a:endParaRPr lang="en-US"/>
        </a:p>
      </dgm:t>
    </dgm:pt>
    <dgm:pt modelId="{7F0544E3-FE27-4BA7-A214-251672F5C049}" type="sibTrans" cxnId="{52669CD5-1851-41CC-BA18-1461AC07B5B2}">
      <dgm:prSet/>
      <dgm:spPr/>
      <dgm:t>
        <a:bodyPr/>
        <a:lstStyle/>
        <a:p>
          <a:endParaRPr lang="en-US"/>
        </a:p>
      </dgm:t>
    </dgm:pt>
    <dgm:pt modelId="{6C2A6311-1776-4639-8AFE-41D4E611A4B4}">
      <dgm:prSet/>
      <dgm:spPr/>
      <dgm:t>
        <a:bodyPr/>
        <a:lstStyle/>
        <a:p>
          <a:r>
            <a:rPr lang="en-US"/>
            <a:t>Kubernetes: Control Plane, Worker Nodes, etcd</a:t>
          </a:r>
        </a:p>
      </dgm:t>
    </dgm:pt>
    <dgm:pt modelId="{65B0A1C9-8A03-471C-9313-272E8C3FE5CA}" type="parTrans" cxnId="{A7FF1BA0-A73F-4106-BBAC-DAF92AE3A998}">
      <dgm:prSet/>
      <dgm:spPr/>
      <dgm:t>
        <a:bodyPr/>
        <a:lstStyle/>
        <a:p>
          <a:endParaRPr lang="en-US"/>
        </a:p>
      </dgm:t>
    </dgm:pt>
    <dgm:pt modelId="{142994DB-B2C6-4541-972B-C53E5FA3BE95}" type="sibTrans" cxnId="{A7FF1BA0-A73F-4106-BBAC-DAF92AE3A998}">
      <dgm:prSet/>
      <dgm:spPr/>
      <dgm:t>
        <a:bodyPr/>
        <a:lstStyle/>
        <a:p>
          <a:endParaRPr lang="en-US"/>
        </a:p>
      </dgm:t>
    </dgm:pt>
    <dgm:pt modelId="{1D6E6087-9EC8-45C9-B7C1-532BC1EE7448}">
      <dgm:prSet/>
      <dgm:spPr/>
      <dgm:t>
        <a:bodyPr/>
        <a:lstStyle/>
        <a:p>
          <a:r>
            <a:rPr lang="pl-PL"/>
            <a:t>kubectl: podstawowe komendy</a:t>
          </a:r>
          <a:endParaRPr lang="en-US"/>
        </a:p>
      </dgm:t>
    </dgm:pt>
    <dgm:pt modelId="{218137CE-DFED-4CD7-A9BE-856D9A498907}" type="parTrans" cxnId="{F7635AB5-535A-44D5-AFEC-055125EE491E}">
      <dgm:prSet/>
      <dgm:spPr/>
      <dgm:t>
        <a:bodyPr/>
        <a:lstStyle/>
        <a:p>
          <a:endParaRPr lang="en-US"/>
        </a:p>
      </dgm:t>
    </dgm:pt>
    <dgm:pt modelId="{093B5896-1FD9-4E7E-8098-9E2A4B03B929}" type="sibTrans" cxnId="{F7635AB5-535A-44D5-AFEC-055125EE491E}">
      <dgm:prSet/>
      <dgm:spPr/>
      <dgm:t>
        <a:bodyPr/>
        <a:lstStyle/>
        <a:p>
          <a:endParaRPr lang="en-US"/>
        </a:p>
      </dgm:t>
    </dgm:pt>
    <dgm:pt modelId="{5824862D-86C3-4346-8D30-1A71B160C21E}">
      <dgm:prSet/>
      <dgm:spPr/>
      <dgm:t>
        <a:bodyPr/>
        <a:lstStyle/>
        <a:p>
          <a:r>
            <a:rPr lang="pl-PL"/>
            <a:t>Przegląd klastra: nodes, namespaces, resources</a:t>
          </a:r>
          <a:endParaRPr lang="en-US"/>
        </a:p>
      </dgm:t>
    </dgm:pt>
    <dgm:pt modelId="{7CA0BD8D-9327-45E6-8786-E275BF5936BA}" type="parTrans" cxnId="{560F2968-3011-4048-AC1A-243891B2EBCC}">
      <dgm:prSet/>
      <dgm:spPr/>
      <dgm:t>
        <a:bodyPr/>
        <a:lstStyle/>
        <a:p>
          <a:endParaRPr lang="en-US"/>
        </a:p>
      </dgm:t>
    </dgm:pt>
    <dgm:pt modelId="{9FE99ADE-7AA6-4ED4-B7E1-11551F8EE137}" type="sibTrans" cxnId="{560F2968-3011-4048-AC1A-243891B2EBCC}">
      <dgm:prSet/>
      <dgm:spPr/>
      <dgm:t>
        <a:bodyPr/>
        <a:lstStyle/>
        <a:p>
          <a:endParaRPr lang="en-US"/>
        </a:p>
      </dgm:t>
    </dgm:pt>
    <dgm:pt modelId="{6D5F479C-3824-44A7-A5A7-04B1458C4DA9}">
      <dgm:prSet/>
      <dgm:spPr/>
      <dgm:t>
        <a:bodyPr/>
        <a:lstStyle/>
        <a:p>
          <a:r>
            <a:rPr lang="pl-PL"/>
            <a:t>LAB: pierwsza komenda kubectl</a:t>
          </a:r>
          <a:endParaRPr lang="en-US"/>
        </a:p>
      </dgm:t>
    </dgm:pt>
    <dgm:pt modelId="{75E45A09-7CDB-4B42-BBBA-43E27F685331}" type="parTrans" cxnId="{268290C8-E1D1-4F78-A979-06E67080CE28}">
      <dgm:prSet/>
      <dgm:spPr/>
      <dgm:t>
        <a:bodyPr/>
        <a:lstStyle/>
        <a:p>
          <a:endParaRPr lang="en-US"/>
        </a:p>
      </dgm:t>
    </dgm:pt>
    <dgm:pt modelId="{998F8455-6FC6-4985-B187-E049472575CD}" type="sibTrans" cxnId="{268290C8-E1D1-4F78-A979-06E67080CE28}">
      <dgm:prSet/>
      <dgm:spPr/>
      <dgm:t>
        <a:bodyPr/>
        <a:lstStyle/>
        <a:p>
          <a:endParaRPr lang="en-US"/>
        </a:p>
      </dgm:t>
    </dgm:pt>
    <dgm:pt modelId="{9B0A8CE5-8755-1346-984B-CE11D33EB6A4}" type="pres">
      <dgm:prSet presAssocID="{3652B8A2-F3F7-4168-BF2F-9EBDB4BF785F}" presName="linear" presStyleCnt="0">
        <dgm:presLayoutVars>
          <dgm:animLvl val="lvl"/>
          <dgm:resizeHandles val="exact"/>
        </dgm:presLayoutVars>
      </dgm:prSet>
      <dgm:spPr/>
    </dgm:pt>
    <dgm:pt modelId="{474AA2B0-587D-B247-A5B3-C53D049005F7}" type="pres">
      <dgm:prSet presAssocID="{0ECA97AA-D4A2-4165-8F26-0B848B32099A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BD9B40E-DE0E-2F44-B2E8-490611F50A50}" type="pres">
      <dgm:prSet presAssocID="{0ECA97AA-D4A2-4165-8F26-0B848B32099A}" presName="childText" presStyleLbl="revTx" presStyleIdx="0" presStyleCnt="2">
        <dgm:presLayoutVars>
          <dgm:bulletEnabled val="1"/>
        </dgm:presLayoutVars>
      </dgm:prSet>
      <dgm:spPr/>
    </dgm:pt>
    <dgm:pt modelId="{E48926AE-E84D-084A-8B12-B0EA8061B041}" type="pres">
      <dgm:prSet presAssocID="{900BC9C3-BE1A-4BFA-8E1B-29C646376FB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5D84E03A-E03A-3244-B5AD-C1C99439B00D}" type="pres">
      <dgm:prSet presAssocID="{900BC9C3-BE1A-4BFA-8E1B-29C646376FB0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2CA4B809-43B4-6049-80CC-5F6F5B97900F}" type="presOf" srcId="{0ECA97AA-D4A2-4165-8F26-0B848B32099A}" destId="{474AA2B0-587D-B247-A5B3-C53D049005F7}" srcOrd="0" destOrd="0" presId="urn:microsoft.com/office/officeart/2005/8/layout/vList2"/>
    <dgm:cxn modelId="{DA99FE1F-6CCC-474D-A095-804026E3D6CF}" type="presOf" srcId="{1D4D6163-FDCB-457B-BC8E-B6152831D3FE}" destId="{3BD9B40E-DE0E-2F44-B2E8-490611F50A50}" srcOrd="0" destOrd="0" presId="urn:microsoft.com/office/officeart/2005/8/layout/vList2"/>
    <dgm:cxn modelId="{9F9B032F-A3B9-4B51-BC07-FFFDD7C72E1B}" srcId="{0ECA97AA-D4A2-4165-8F26-0B848B32099A}" destId="{9660E7D6-B25F-46C3-8E67-3B3E2646D299}" srcOrd="1" destOrd="0" parTransId="{F0965D89-85BF-46FB-9E98-D0E83D4F10EA}" sibTransId="{2ABACBB3-EB55-42CE-9B28-38ED20191CC5}"/>
    <dgm:cxn modelId="{4FF19E40-6B0C-514A-9083-38EA99416E7D}" type="presOf" srcId="{900BC9C3-BE1A-4BFA-8E1B-29C646376FB0}" destId="{E48926AE-E84D-084A-8B12-B0EA8061B041}" srcOrd="0" destOrd="0" presId="urn:microsoft.com/office/officeart/2005/8/layout/vList2"/>
    <dgm:cxn modelId="{74A9DD47-D283-234F-9C7D-7D6F69C60308}" type="presOf" srcId="{3652B8A2-F3F7-4168-BF2F-9EBDB4BF785F}" destId="{9B0A8CE5-8755-1346-984B-CE11D33EB6A4}" srcOrd="0" destOrd="0" presId="urn:microsoft.com/office/officeart/2005/8/layout/vList2"/>
    <dgm:cxn modelId="{560F2968-3011-4048-AC1A-243891B2EBCC}" srcId="{900BC9C3-BE1A-4BFA-8E1B-29C646376FB0}" destId="{5824862D-86C3-4346-8D30-1A71B160C21E}" srcOrd="2" destOrd="0" parTransId="{7CA0BD8D-9327-45E6-8786-E275BF5936BA}" sibTransId="{9FE99ADE-7AA6-4ED4-B7E1-11551F8EE137}"/>
    <dgm:cxn modelId="{31641A7E-85B2-2F4F-B92F-6F3759DCD434}" type="presOf" srcId="{5824862D-86C3-4346-8D30-1A71B160C21E}" destId="{5D84E03A-E03A-3244-B5AD-C1C99439B00D}" srcOrd="0" destOrd="2" presId="urn:microsoft.com/office/officeart/2005/8/layout/vList2"/>
    <dgm:cxn modelId="{704F5D8C-4D82-4220-825E-2AE0A486F38C}" srcId="{3652B8A2-F3F7-4168-BF2F-9EBDB4BF785F}" destId="{0ECA97AA-D4A2-4165-8F26-0B848B32099A}" srcOrd="0" destOrd="0" parTransId="{5AE97D1E-6A2B-435B-A673-06E5F4A755F6}" sibTransId="{A31925C2-4345-4350-977C-09586F6AB139}"/>
    <dgm:cxn modelId="{A7FF1BA0-A73F-4106-BBAC-DAF92AE3A998}" srcId="{900BC9C3-BE1A-4BFA-8E1B-29C646376FB0}" destId="{6C2A6311-1776-4639-8AFE-41D4E611A4B4}" srcOrd="0" destOrd="0" parTransId="{65B0A1C9-8A03-471C-9313-272E8C3FE5CA}" sibTransId="{142994DB-B2C6-4541-972B-C53E5FA3BE95}"/>
    <dgm:cxn modelId="{F7635AB5-535A-44D5-AFEC-055125EE491E}" srcId="{900BC9C3-BE1A-4BFA-8E1B-29C646376FB0}" destId="{1D6E6087-9EC8-45C9-B7C1-532BC1EE7448}" srcOrd="1" destOrd="0" parTransId="{218137CE-DFED-4CD7-A9BE-856D9A498907}" sibTransId="{093B5896-1FD9-4E7E-8098-9E2A4B03B929}"/>
    <dgm:cxn modelId="{268290C8-E1D1-4F78-A979-06E67080CE28}" srcId="{900BC9C3-BE1A-4BFA-8E1B-29C646376FB0}" destId="{6D5F479C-3824-44A7-A5A7-04B1458C4DA9}" srcOrd="3" destOrd="0" parTransId="{75E45A09-7CDB-4B42-BBBA-43E27F685331}" sibTransId="{998F8455-6FC6-4985-B187-E049472575CD}"/>
    <dgm:cxn modelId="{52669CD5-1851-41CC-BA18-1461AC07B5B2}" srcId="{3652B8A2-F3F7-4168-BF2F-9EBDB4BF785F}" destId="{900BC9C3-BE1A-4BFA-8E1B-29C646376FB0}" srcOrd="1" destOrd="0" parTransId="{FED1A1BB-7A55-471B-A768-636357F09F29}" sibTransId="{7F0544E3-FE27-4BA7-A214-251672F5C049}"/>
    <dgm:cxn modelId="{F96170D6-95BA-4858-AA6D-413EE66DBD1C}" srcId="{0ECA97AA-D4A2-4165-8F26-0B848B32099A}" destId="{1D4D6163-FDCB-457B-BC8E-B6152831D3FE}" srcOrd="0" destOrd="0" parTransId="{602C3376-CE91-429F-B397-3449CA4D6210}" sibTransId="{C3048D78-8D18-4FFB-A961-1F0BD7848A6F}"/>
    <dgm:cxn modelId="{4B8DE9E1-2049-8640-8815-14E47E41B373}" type="presOf" srcId="{6C2A6311-1776-4639-8AFE-41D4E611A4B4}" destId="{5D84E03A-E03A-3244-B5AD-C1C99439B00D}" srcOrd="0" destOrd="0" presId="urn:microsoft.com/office/officeart/2005/8/layout/vList2"/>
    <dgm:cxn modelId="{DD3960ED-53CF-444A-B4FB-677BFC8A53EA}" type="presOf" srcId="{6D5F479C-3824-44A7-A5A7-04B1458C4DA9}" destId="{5D84E03A-E03A-3244-B5AD-C1C99439B00D}" srcOrd="0" destOrd="3" presId="urn:microsoft.com/office/officeart/2005/8/layout/vList2"/>
    <dgm:cxn modelId="{59F1A4F2-A4C9-4F45-87E7-D5F04DFB678F}" type="presOf" srcId="{1D6E6087-9EC8-45C9-B7C1-532BC1EE7448}" destId="{5D84E03A-E03A-3244-B5AD-C1C99439B00D}" srcOrd="0" destOrd="1" presId="urn:microsoft.com/office/officeart/2005/8/layout/vList2"/>
    <dgm:cxn modelId="{2CA358F7-BDF9-7F4D-9447-2A030AB50DAE}" type="presOf" srcId="{9660E7D6-B25F-46C3-8E67-3B3E2646D299}" destId="{3BD9B40E-DE0E-2F44-B2E8-490611F50A50}" srcOrd="0" destOrd="1" presId="urn:microsoft.com/office/officeart/2005/8/layout/vList2"/>
    <dgm:cxn modelId="{9725C5F1-9350-E04E-99D9-8D52CC17FC4B}" type="presParOf" srcId="{9B0A8CE5-8755-1346-984B-CE11D33EB6A4}" destId="{474AA2B0-587D-B247-A5B3-C53D049005F7}" srcOrd="0" destOrd="0" presId="urn:microsoft.com/office/officeart/2005/8/layout/vList2"/>
    <dgm:cxn modelId="{5A9E0E9B-DD88-1C4D-9379-E5EB4D673BA7}" type="presParOf" srcId="{9B0A8CE5-8755-1346-984B-CE11D33EB6A4}" destId="{3BD9B40E-DE0E-2F44-B2E8-490611F50A50}" srcOrd="1" destOrd="0" presId="urn:microsoft.com/office/officeart/2005/8/layout/vList2"/>
    <dgm:cxn modelId="{E00C29B9-95F0-6142-AF7C-2EB154E711DA}" type="presParOf" srcId="{9B0A8CE5-8755-1346-984B-CE11D33EB6A4}" destId="{E48926AE-E84D-084A-8B12-B0EA8061B041}" srcOrd="2" destOrd="0" presId="urn:microsoft.com/office/officeart/2005/8/layout/vList2"/>
    <dgm:cxn modelId="{D8D226D2-07F6-2E46-8391-17CF4F10CD18}" type="presParOf" srcId="{9B0A8CE5-8755-1346-984B-CE11D33EB6A4}" destId="{5D84E03A-E03A-3244-B5AD-C1C99439B00D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C63C8A6-29F3-AF44-B6E4-466F962063D5}" type="doc">
      <dgm:prSet loTypeId="urn:microsoft.com/office/officeart/2005/8/layout/chevron2" loCatId="list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pl-PL"/>
        </a:p>
      </dgm:t>
    </dgm:pt>
    <dgm:pt modelId="{0BCCDBFE-8C49-F04D-AF41-49EB81D0E5CB}">
      <dgm:prSet/>
      <dgm:spPr/>
      <dgm:t>
        <a:bodyPr/>
        <a:lstStyle/>
        <a:p>
          <a:r>
            <a:rPr lang="pl-PL" b="1" baseline="0" dirty="0"/>
            <a:t>registry</a:t>
          </a:r>
          <a:r>
            <a:rPr lang="pl-PL" b="0" baseline="0" dirty="0"/>
            <a:t> to magazyn tych obrazów,</a:t>
          </a:r>
          <a:endParaRPr lang="pl-PL" dirty="0"/>
        </a:p>
      </dgm:t>
    </dgm:pt>
    <dgm:pt modelId="{49DF41FB-378A-8048-B2EC-EF260EA41751}" type="parTrans" cxnId="{98002C83-D7CD-2F40-956A-7EAA3C632E79}">
      <dgm:prSet/>
      <dgm:spPr/>
      <dgm:t>
        <a:bodyPr/>
        <a:lstStyle/>
        <a:p>
          <a:endParaRPr lang="pl-PL"/>
        </a:p>
      </dgm:t>
    </dgm:pt>
    <dgm:pt modelId="{86B3E818-D4D8-BF4E-A727-C71A59F81F6F}" type="sibTrans" cxnId="{98002C83-D7CD-2F40-956A-7EAA3C632E79}">
      <dgm:prSet/>
      <dgm:spPr/>
      <dgm:t>
        <a:bodyPr/>
        <a:lstStyle/>
        <a:p>
          <a:endParaRPr lang="pl-PL"/>
        </a:p>
      </dgm:t>
    </dgm:pt>
    <dgm:pt modelId="{64693462-5B97-AF41-AACC-E7E13431BA49}">
      <dgm:prSet/>
      <dgm:spPr/>
      <dgm:t>
        <a:bodyPr/>
        <a:lstStyle/>
        <a:p>
          <a:r>
            <a:rPr lang="pl-PL" b="1" baseline="0" dirty="0"/>
            <a:t>Docker Hub</a:t>
          </a:r>
          <a:r>
            <a:rPr lang="pl-PL" b="0" baseline="0" dirty="0"/>
            <a:t> to najpopularniejsze publiczne registry.</a:t>
          </a:r>
          <a:endParaRPr lang="pl-PL" dirty="0"/>
        </a:p>
      </dgm:t>
    </dgm:pt>
    <dgm:pt modelId="{E0E2D51D-4CE6-FC46-8B36-6C2FD94844C2}" type="parTrans" cxnId="{ECB23CB3-3AA2-9C4C-B4EE-39691E6D1222}">
      <dgm:prSet/>
      <dgm:spPr/>
      <dgm:t>
        <a:bodyPr/>
        <a:lstStyle/>
        <a:p>
          <a:endParaRPr lang="pl-PL"/>
        </a:p>
      </dgm:t>
    </dgm:pt>
    <dgm:pt modelId="{8803FA03-366B-A24C-B102-612E6BB3C184}" type="sibTrans" cxnId="{ECB23CB3-3AA2-9C4C-B4EE-39691E6D1222}">
      <dgm:prSet/>
      <dgm:spPr/>
      <dgm:t>
        <a:bodyPr/>
        <a:lstStyle/>
        <a:p>
          <a:endParaRPr lang="pl-PL"/>
        </a:p>
      </dgm:t>
    </dgm:pt>
    <dgm:pt modelId="{9DFC00F5-56AD-D446-8605-3C1939FA4D1D}">
      <dgm:prSet/>
      <dgm:spPr/>
      <dgm:t>
        <a:bodyPr/>
        <a:lstStyle/>
        <a:p>
          <a:r>
            <a:rPr lang="pl-PL" b="1" baseline="0" dirty="0"/>
            <a:t>obraz (image)</a:t>
          </a:r>
          <a:r>
            <a:rPr lang="pl-PL" b="0" baseline="0" dirty="0"/>
            <a:t> to gotowy „szablon” aplikacji,</a:t>
          </a:r>
          <a:endParaRPr lang="pl-PL" dirty="0"/>
        </a:p>
      </dgm:t>
    </dgm:pt>
    <dgm:pt modelId="{771E2566-73EF-FA49-9F86-E2CBE49C43F4}" type="parTrans" cxnId="{7EFE22AF-1F18-444C-83B5-590F596113E8}">
      <dgm:prSet/>
      <dgm:spPr/>
      <dgm:t>
        <a:bodyPr/>
        <a:lstStyle/>
        <a:p>
          <a:endParaRPr lang="pl-PL"/>
        </a:p>
      </dgm:t>
    </dgm:pt>
    <dgm:pt modelId="{B8247313-78CF-F248-8B65-37EDEBAC0F98}" type="sibTrans" cxnId="{7EFE22AF-1F18-444C-83B5-590F596113E8}">
      <dgm:prSet/>
      <dgm:spPr/>
      <dgm:t>
        <a:bodyPr/>
        <a:lstStyle/>
        <a:p>
          <a:endParaRPr lang="pl-PL"/>
        </a:p>
      </dgm:t>
    </dgm:pt>
    <dgm:pt modelId="{75239910-AF3A-7142-A875-446A35047772}">
      <dgm:prSet/>
      <dgm:spPr/>
      <dgm:t>
        <a:bodyPr/>
        <a:lstStyle/>
        <a:p>
          <a:r>
            <a:rPr lang="pl-PL" dirty="0"/>
            <a:t>Obraz</a:t>
          </a:r>
        </a:p>
      </dgm:t>
    </dgm:pt>
    <dgm:pt modelId="{E74BA5C6-01ED-974B-B443-4B09ED527767}" type="parTrans" cxnId="{D98AFC5C-10E8-0C43-867A-509CA70105F6}">
      <dgm:prSet/>
      <dgm:spPr/>
      <dgm:t>
        <a:bodyPr/>
        <a:lstStyle/>
        <a:p>
          <a:endParaRPr lang="pl-PL"/>
        </a:p>
      </dgm:t>
    </dgm:pt>
    <dgm:pt modelId="{8F4A3CB5-8EB1-8444-9DC6-88E1344A4E3A}" type="sibTrans" cxnId="{D98AFC5C-10E8-0C43-867A-509CA70105F6}">
      <dgm:prSet/>
      <dgm:spPr/>
      <dgm:t>
        <a:bodyPr/>
        <a:lstStyle/>
        <a:p>
          <a:endParaRPr lang="pl-PL"/>
        </a:p>
      </dgm:t>
    </dgm:pt>
    <dgm:pt modelId="{65613DB5-0430-FE4A-AB46-A7857564EAC8}">
      <dgm:prSet/>
      <dgm:spPr/>
      <dgm:t>
        <a:bodyPr/>
        <a:lstStyle/>
        <a:p>
          <a:r>
            <a:rPr lang="pl-PL" dirty="0" err="1"/>
            <a:t>Registery</a:t>
          </a:r>
          <a:endParaRPr lang="pl-PL" dirty="0"/>
        </a:p>
      </dgm:t>
    </dgm:pt>
    <dgm:pt modelId="{F4EDC5D2-91B6-E142-B359-FA1545537DB8}" type="parTrans" cxnId="{D09061B4-BE66-E64B-BC5E-92A6EB393CC8}">
      <dgm:prSet/>
      <dgm:spPr/>
      <dgm:t>
        <a:bodyPr/>
        <a:lstStyle/>
        <a:p>
          <a:endParaRPr lang="pl-PL"/>
        </a:p>
      </dgm:t>
    </dgm:pt>
    <dgm:pt modelId="{3562F4F2-4B9D-164B-9A4F-4DC71F9A3093}" type="sibTrans" cxnId="{D09061B4-BE66-E64B-BC5E-92A6EB393CC8}">
      <dgm:prSet/>
      <dgm:spPr/>
      <dgm:t>
        <a:bodyPr/>
        <a:lstStyle/>
        <a:p>
          <a:endParaRPr lang="pl-PL"/>
        </a:p>
      </dgm:t>
    </dgm:pt>
    <dgm:pt modelId="{AF07D8F1-6887-C74C-B984-14E0741CEF5F}">
      <dgm:prSet/>
      <dgm:spPr/>
      <dgm:t>
        <a:bodyPr/>
        <a:lstStyle/>
        <a:p>
          <a:r>
            <a:rPr lang="pl-PL" dirty="0"/>
            <a:t>Docker Hub</a:t>
          </a:r>
        </a:p>
      </dgm:t>
    </dgm:pt>
    <dgm:pt modelId="{37373867-711D-FE43-80C0-6F6F45AD87B6}" type="parTrans" cxnId="{A3BD21D6-176E-0F4B-9A69-27503DC2C97F}">
      <dgm:prSet/>
      <dgm:spPr/>
      <dgm:t>
        <a:bodyPr/>
        <a:lstStyle/>
        <a:p>
          <a:endParaRPr lang="pl-PL"/>
        </a:p>
      </dgm:t>
    </dgm:pt>
    <dgm:pt modelId="{DD747810-AA35-8E45-9D53-787C9265DF50}" type="sibTrans" cxnId="{A3BD21D6-176E-0F4B-9A69-27503DC2C97F}">
      <dgm:prSet/>
      <dgm:spPr/>
      <dgm:t>
        <a:bodyPr/>
        <a:lstStyle/>
        <a:p>
          <a:endParaRPr lang="pl-PL"/>
        </a:p>
      </dgm:t>
    </dgm:pt>
    <dgm:pt modelId="{DA21F337-2B7F-834E-BDC6-B9D828140C66}" type="pres">
      <dgm:prSet presAssocID="{DC63C8A6-29F3-AF44-B6E4-466F962063D5}" presName="linearFlow" presStyleCnt="0">
        <dgm:presLayoutVars>
          <dgm:dir/>
          <dgm:animLvl val="lvl"/>
          <dgm:resizeHandles val="exact"/>
        </dgm:presLayoutVars>
      </dgm:prSet>
      <dgm:spPr/>
    </dgm:pt>
    <dgm:pt modelId="{77D23363-A923-AA4C-9FB6-9D9BA14167EB}" type="pres">
      <dgm:prSet presAssocID="{75239910-AF3A-7142-A875-446A35047772}" presName="composite" presStyleCnt="0"/>
      <dgm:spPr/>
    </dgm:pt>
    <dgm:pt modelId="{31A86244-BA9A-D542-B706-0AE56F883E1D}" type="pres">
      <dgm:prSet presAssocID="{75239910-AF3A-7142-A875-446A35047772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5F539A4F-B2F0-6B42-98B3-DF2D2F3B0637}" type="pres">
      <dgm:prSet presAssocID="{75239910-AF3A-7142-A875-446A35047772}" presName="descendantText" presStyleLbl="alignAcc1" presStyleIdx="0" presStyleCnt="3">
        <dgm:presLayoutVars>
          <dgm:bulletEnabled val="1"/>
        </dgm:presLayoutVars>
      </dgm:prSet>
      <dgm:spPr/>
    </dgm:pt>
    <dgm:pt modelId="{80016130-DCA4-3240-9F06-1AC394934934}" type="pres">
      <dgm:prSet presAssocID="{8F4A3CB5-8EB1-8444-9DC6-88E1344A4E3A}" presName="sp" presStyleCnt="0"/>
      <dgm:spPr/>
    </dgm:pt>
    <dgm:pt modelId="{44D91140-3BB1-F641-BBFF-3E7CD2EBAEDD}" type="pres">
      <dgm:prSet presAssocID="{65613DB5-0430-FE4A-AB46-A7857564EAC8}" presName="composite" presStyleCnt="0"/>
      <dgm:spPr/>
    </dgm:pt>
    <dgm:pt modelId="{E5BC01D0-27AE-3849-93A3-F9A3EADDDE6D}" type="pres">
      <dgm:prSet presAssocID="{65613DB5-0430-FE4A-AB46-A7857564EAC8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4982FB30-D108-8E4A-85DE-26197CB1B5AB}" type="pres">
      <dgm:prSet presAssocID="{65613DB5-0430-FE4A-AB46-A7857564EAC8}" presName="descendantText" presStyleLbl="alignAcc1" presStyleIdx="1" presStyleCnt="3">
        <dgm:presLayoutVars>
          <dgm:bulletEnabled val="1"/>
        </dgm:presLayoutVars>
      </dgm:prSet>
      <dgm:spPr/>
    </dgm:pt>
    <dgm:pt modelId="{0EDB87E1-B653-9E4C-8703-25AE367D0B7C}" type="pres">
      <dgm:prSet presAssocID="{3562F4F2-4B9D-164B-9A4F-4DC71F9A3093}" presName="sp" presStyleCnt="0"/>
      <dgm:spPr/>
    </dgm:pt>
    <dgm:pt modelId="{1E2108F4-E405-4C41-93BE-4151671181A7}" type="pres">
      <dgm:prSet presAssocID="{AF07D8F1-6887-C74C-B984-14E0741CEF5F}" presName="composite" presStyleCnt="0"/>
      <dgm:spPr/>
    </dgm:pt>
    <dgm:pt modelId="{BAB28CD5-C131-1742-A241-AEE935232D5E}" type="pres">
      <dgm:prSet presAssocID="{AF07D8F1-6887-C74C-B984-14E0741CEF5F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C9E00AF1-3095-0745-A8AD-34E4EB36C5D0}" type="pres">
      <dgm:prSet presAssocID="{AF07D8F1-6887-C74C-B984-14E0741CEF5F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5F747718-9B71-9640-8114-701BAAC3B695}" type="presOf" srcId="{AF07D8F1-6887-C74C-B984-14E0741CEF5F}" destId="{BAB28CD5-C131-1742-A241-AEE935232D5E}" srcOrd="0" destOrd="0" presId="urn:microsoft.com/office/officeart/2005/8/layout/chevron2"/>
    <dgm:cxn modelId="{6EDD9021-7444-3148-81E8-D8667B0E541C}" type="presOf" srcId="{64693462-5B97-AF41-AACC-E7E13431BA49}" destId="{C9E00AF1-3095-0745-A8AD-34E4EB36C5D0}" srcOrd="0" destOrd="0" presId="urn:microsoft.com/office/officeart/2005/8/layout/chevron2"/>
    <dgm:cxn modelId="{7BF7023D-0D21-E84A-81B0-23BBD4B429C5}" type="presOf" srcId="{65613DB5-0430-FE4A-AB46-A7857564EAC8}" destId="{E5BC01D0-27AE-3849-93A3-F9A3EADDDE6D}" srcOrd="0" destOrd="0" presId="urn:microsoft.com/office/officeart/2005/8/layout/chevron2"/>
    <dgm:cxn modelId="{3990BB3F-4D0D-934D-81C8-840D39A0ED7B}" type="presOf" srcId="{0BCCDBFE-8C49-F04D-AF41-49EB81D0E5CB}" destId="{4982FB30-D108-8E4A-85DE-26197CB1B5AB}" srcOrd="0" destOrd="0" presId="urn:microsoft.com/office/officeart/2005/8/layout/chevron2"/>
    <dgm:cxn modelId="{D98AFC5C-10E8-0C43-867A-509CA70105F6}" srcId="{DC63C8A6-29F3-AF44-B6E4-466F962063D5}" destId="{75239910-AF3A-7142-A875-446A35047772}" srcOrd="0" destOrd="0" parTransId="{E74BA5C6-01ED-974B-B443-4B09ED527767}" sibTransId="{8F4A3CB5-8EB1-8444-9DC6-88E1344A4E3A}"/>
    <dgm:cxn modelId="{F3E4B568-9ECA-E743-8926-5E3550D8D40D}" type="presOf" srcId="{75239910-AF3A-7142-A875-446A35047772}" destId="{31A86244-BA9A-D542-B706-0AE56F883E1D}" srcOrd="0" destOrd="0" presId="urn:microsoft.com/office/officeart/2005/8/layout/chevron2"/>
    <dgm:cxn modelId="{1AEA0F80-C459-7A41-942F-DB74A0C36158}" type="presOf" srcId="{DC63C8A6-29F3-AF44-B6E4-466F962063D5}" destId="{DA21F337-2B7F-834E-BDC6-B9D828140C66}" srcOrd="0" destOrd="0" presId="urn:microsoft.com/office/officeart/2005/8/layout/chevron2"/>
    <dgm:cxn modelId="{98002C83-D7CD-2F40-956A-7EAA3C632E79}" srcId="{65613DB5-0430-FE4A-AB46-A7857564EAC8}" destId="{0BCCDBFE-8C49-F04D-AF41-49EB81D0E5CB}" srcOrd="0" destOrd="0" parTransId="{49DF41FB-378A-8048-B2EC-EF260EA41751}" sibTransId="{86B3E818-D4D8-BF4E-A727-C71A59F81F6F}"/>
    <dgm:cxn modelId="{7EFE22AF-1F18-444C-83B5-590F596113E8}" srcId="{75239910-AF3A-7142-A875-446A35047772}" destId="{9DFC00F5-56AD-D446-8605-3C1939FA4D1D}" srcOrd="0" destOrd="0" parTransId="{771E2566-73EF-FA49-9F86-E2CBE49C43F4}" sibTransId="{B8247313-78CF-F248-8B65-37EDEBAC0F98}"/>
    <dgm:cxn modelId="{ECB23CB3-3AA2-9C4C-B4EE-39691E6D1222}" srcId="{AF07D8F1-6887-C74C-B984-14E0741CEF5F}" destId="{64693462-5B97-AF41-AACC-E7E13431BA49}" srcOrd="0" destOrd="0" parTransId="{E0E2D51D-4CE6-FC46-8B36-6C2FD94844C2}" sibTransId="{8803FA03-366B-A24C-B102-612E6BB3C184}"/>
    <dgm:cxn modelId="{D09061B4-BE66-E64B-BC5E-92A6EB393CC8}" srcId="{DC63C8A6-29F3-AF44-B6E4-466F962063D5}" destId="{65613DB5-0430-FE4A-AB46-A7857564EAC8}" srcOrd="1" destOrd="0" parTransId="{F4EDC5D2-91B6-E142-B359-FA1545537DB8}" sibTransId="{3562F4F2-4B9D-164B-9A4F-4DC71F9A3093}"/>
    <dgm:cxn modelId="{A3BD21D6-176E-0F4B-9A69-27503DC2C97F}" srcId="{DC63C8A6-29F3-AF44-B6E4-466F962063D5}" destId="{AF07D8F1-6887-C74C-B984-14E0741CEF5F}" srcOrd="2" destOrd="0" parTransId="{37373867-711D-FE43-80C0-6F6F45AD87B6}" sibTransId="{DD747810-AA35-8E45-9D53-787C9265DF50}"/>
    <dgm:cxn modelId="{0CAAE8F7-66CE-014D-8A79-5537BA2D9FEB}" type="presOf" srcId="{9DFC00F5-56AD-D446-8605-3C1939FA4D1D}" destId="{5F539A4F-B2F0-6B42-98B3-DF2D2F3B0637}" srcOrd="0" destOrd="0" presId="urn:microsoft.com/office/officeart/2005/8/layout/chevron2"/>
    <dgm:cxn modelId="{65B6979C-8F6D-7240-BDA9-181781B3F528}" type="presParOf" srcId="{DA21F337-2B7F-834E-BDC6-B9D828140C66}" destId="{77D23363-A923-AA4C-9FB6-9D9BA14167EB}" srcOrd="0" destOrd="0" presId="urn:microsoft.com/office/officeart/2005/8/layout/chevron2"/>
    <dgm:cxn modelId="{96B08185-3E0E-9942-B368-C9FF10586416}" type="presParOf" srcId="{77D23363-A923-AA4C-9FB6-9D9BA14167EB}" destId="{31A86244-BA9A-D542-B706-0AE56F883E1D}" srcOrd="0" destOrd="0" presId="urn:microsoft.com/office/officeart/2005/8/layout/chevron2"/>
    <dgm:cxn modelId="{11F64220-D67E-9B44-B73C-C7762BF846A1}" type="presParOf" srcId="{77D23363-A923-AA4C-9FB6-9D9BA14167EB}" destId="{5F539A4F-B2F0-6B42-98B3-DF2D2F3B0637}" srcOrd="1" destOrd="0" presId="urn:microsoft.com/office/officeart/2005/8/layout/chevron2"/>
    <dgm:cxn modelId="{3353AF08-294E-A849-B657-0EC45438B408}" type="presParOf" srcId="{DA21F337-2B7F-834E-BDC6-B9D828140C66}" destId="{80016130-DCA4-3240-9F06-1AC394934934}" srcOrd="1" destOrd="0" presId="urn:microsoft.com/office/officeart/2005/8/layout/chevron2"/>
    <dgm:cxn modelId="{8AE75685-EE83-EB43-BD48-70F02C9C22DC}" type="presParOf" srcId="{DA21F337-2B7F-834E-BDC6-B9D828140C66}" destId="{44D91140-3BB1-F641-BBFF-3E7CD2EBAEDD}" srcOrd="2" destOrd="0" presId="urn:microsoft.com/office/officeart/2005/8/layout/chevron2"/>
    <dgm:cxn modelId="{4F7AB143-5E53-2D43-BC21-40011CA82748}" type="presParOf" srcId="{44D91140-3BB1-F641-BBFF-3E7CD2EBAEDD}" destId="{E5BC01D0-27AE-3849-93A3-F9A3EADDDE6D}" srcOrd="0" destOrd="0" presId="urn:microsoft.com/office/officeart/2005/8/layout/chevron2"/>
    <dgm:cxn modelId="{1915F26D-0944-234D-9907-F9A19FEEE3CA}" type="presParOf" srcId="{44D91140-3BB1-F641-BBFF-3E7CD2EBAEDD}" destId="{4982FB30-D108-8E4A-85DE-26197CB1B5AB}" srcOrd="1" destOrd="0" presId="urn:microsoft.com/office/officeart/2005/8/layout/chevron2"/>
    <dgm:cxn modelId="{67EF1F9F-E5EB-6B4D-AAA3-98FAA4C0A786}" type="presParOf" srcId="{DA21F337-2B7F-834E-BDC6-B9D828140C66}" destId="{0EDB87E1-B653-9E4C-8703-25AE367D0B7C}" srcOrd="3" destOrd="0" presId="urn:microsoft.com/office/officeart/2005/8/layout/chevron2"/>
    <dgm:cxn modelId="{52EDB32E-DD26-714E-8265-257F3F632744}" type="presParOf" srcId="{DA21F337-2B7F-834E-BDC6-B9D828140C66}" destId="{1E2108F4-E405-4C41-93BE-4151671181A7}" srcOrd="4" destOrd="0" presId="urn:microsoft.com/office/officeart/2005/8/layout/chevron2"/>
    <dgm:cxn modelId="{B63591F2-798A-1946-B7F3-F5169F4FB4D4}" type="presParOf" srcId="{1E2108F4-E405-4C41-93BE-4151671181A7}" destId="{BAB28CD5-C131-1742-A241-AEE935232D5E}" srcOrd="0" destOrd="0" presId="urn:microsoft.com/office/officeart/2005/8/layout/chevron2"/>
    <dgm:cxn modelId="{E09C2BF9-CCBF-EB43-807F-92D4AAB00DBF}" type="presParOf" srcId="{1E2108F4-E405-4C41-93BE-4151671181A7}" destId="{C9E00AF1-3095-0745-A8AD-34E4EB36C5D0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77451C3-B023-9143-A74B-C050EF123EED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pl-PL"/>
        </a:p>
      </dgm:t>
    </dgm:pt>
    <dgm:pt modelId="{27BA8E1A-2600-9943-A9EB-5C1487EF7C85}">
      <dgm:prSet/>
      <dgm:spPr/>
      <dgm:t>
        <a:bodyPr/>
        <a:lstStyle/>
        <a:p>
          <a:r>
            <a:rPr lang="pl-PL" b="0" baseline="0" dirty="0"/>
            <a:t>- Tworzysz obraz aplikacji </a:t>
          </a:r>
          <a:endParaRPr lang="pl-PL" dirty="0"/>
        </a:p>
      </dgm:t>
    </dgm:pt>
    <dgm:pt modelId="{D285DBB5-1A3B-CF49-A971-420787B99C0D}" type="parTrans" cxnId="{5FD00D86-352D-3145-8539-19EB76F838D9}">
      <dgm:prSet/>
      <dgm:spPr/>
      <dgm:t>
        <a:bodyPr/>
        <a:lstStyle/>
        <a:p>
          <a:endParaRPr lang="pl-PL"/>
        </a:p>
      </dgm:t>
    </dgm:pt>
    <dgm:pt modelId="{2ACC79F1-4623-1C48-BF18-F3A502C4088D}" type="sibTrans" cxnId="{5FD00D86-352D-3145-8539-19EB76F838D9}">
      <dgm:prSet/>
      <dgm:spPr/>
      <dgm:t>
        <a:bodyPr/>
        <a:lstStyle/>
        <a:p>
          <a:endParaRPr lang="pl-PL"/>
        </a:p>
      </dgm:t>
    </dgm:pt>
    <dgm:pt modelId="{315CCAFF-1A60-EF45-8ED0-F9557BD5AF72}">
      <dgm:prSet/>
      <dgm:spPr/>
      <dgm:t>
        <a:bodyPr/>
        <a:lstStyle/>
        <a:p>
          <a:r>
            <a:rPr lang="pl-PL" b="0" baseline="0"/>
            <a:t>- Wysyłasz do registery </a:t>
          </a:r>
          <a:endParaRPr lang="pl-PL"/>
        </a:p>
      </dgm:t>
    </dgm:pt>
    <dgm:pt modelId="{E4D6D76F-F270-9948-BDEF-2421ECA01DCA}" type="parTrans" cxnId="{D8904DBD-37CD-2648-B328-816123B00243}">
      <dgm:prSet/>
      <dgm:spPr/>
      <dgm:t>
        <a:bodyPr/>
        <a:lstStyle/>
        <a:p>
          <a:endParaRPr lang="pl-PL"/>
        </a:p>
      </dgm:t>
    </dgm:pt>
    <dgm:pt modelId="{5887A373-D7EB-FB44-90E9-588E481141C7}" type="sibTrans" cxnId="{D8904DBD-37CD-2648-B328-816123B00243}">
      <dgm:prSet/>
      <dgm:spPr/>
      <dgm:t>
        <a:bodyPr/>
        <a:lstStyle/>
        <a:p>
          <a:endParaRPr lang="pl-PL"/>
        </a:p>
      </dgm:t>
    </dgm:pt>
    <dgm:pt modelId="{5B31397A-E743-7246-9E47-25A02DDB85EB}">
      <dgm:prSet/>
      <dgm:spPr/>
      <dgm:t>
        <a:bodyPr/>
        <a:lstStyle/>
        <a:p>
          <a:r>
            <a:rPr lang="pl-PL" b="0" baseline="0"/>
            <a:t>- Potem </a:t>
          </a:r>
          <a:r>
            <a:rPr lang="pl-PL" b="1" baseline="0"/>
            <a:t>run anyware </a:t>
          </a:r>
          <a:endParaRPr lang="pl-PL"/>
        </a:p>
      </dgm:t>
    </dgm:pt>
    <dgm:pt modelId="{A6B671DF-475E-E34C-BD3B-36682EF621CD}" type="parTrans" cxnId="{FE88FB22-652C-7349-80C5-3DBE250A7702}">
      <dgm:prSet/>
      <dgm:spPr/>
      <dgm:t>
        <a:bodyPr/>
        <a:lstStyle/>
        <a:p>
          <a:endParaRPr lang="pl-PL"/>
        </a:p>
      </dgm:t>
    </dgm:pt>
    <dgm:pt modelId="{98DAB3AB-CC40-6447-96A0-0D5C714F86C0}" type="sibTrans" cxnId="{FE88FB22-652C-7349-80C5-3DBE250A7702}">
      <dgm:prSet/>
      <dgm:spPr/>
      <dgm:t>
        <a:bodyPr/>
        <a:lstStyle/>
        <a:p>
          <a:endParaRPr lang="pl-PL"/>
        </a:p>
      </dgm:t>
    </dgm:pt>
    <dgm:pt modelId="{3B424858-DA6B-4141-ACEC-AA4361A19A38}" type="pres">
      <dgm:prSet presAssocID="{477451C3-B023-9143-A74B-C050EF123EED}" presName="Name0" presStyleCnt="0">
        <dgm:presLayoutVars>
          <dgm:dir/>
          <dgm:resizeHandles val="exact"/>
        </dgm:presLayoutVars>
      </dgm:prSet>
      <dgm:spPr/>
    </dgm:pt>
    <dgm:pt modelId="{292D0DEC-9566-E04E-8158-F1D50AE2B205}" type="pres">
      <dgm:prSet presAssocID="{27BA8E1A-2600-9943-A9EB-5C1487EF7C85}" presName="node" presStyleLbl="node1" presStyleIdx="0" presStyleCnt="3">
        <dgm:presLayoutVars>
          <dgm:bulletEnabled val="1"/>
        </dgm:presLayoutVars>
      </dgm:prSet>
      <dgm:spPr/>
    </dgm:pt>
    <dgm:pt modelId="{1EEEE822-6AF8-1543-A819-E6D4CE1CD15A}" type="pres">
      <dgm:prSet presAssocID="{2ACC79F1-4623-1C48-BF18-F3A502C4088D}" presName="sibTrans" presStyleLbl="sibTrans2D1" presStyleIdx="0" presStyleCnt="2"/>
      <dgm:spPr/>
    </dgm:pt>
    <dgm:pt modelId="{0638D8C6-D8D2-7246-80A1-0844FD03A793}" type="pres">
      <dgm:prSet presAssocID="{2ACC79F1-4623-1C48-BF18-F3A502C4088D}" presName="connectorText" presStyleLbl="sibTrans2D1" presStyleIdx="0" presStyleCnt="2"/>
      <dgm:spPr/>
    </dgm:pt>
    <dgm:pt modelId="{21310E17-0B67-044E-B0A3-4C81E0F128CE}" type="pres">
      <dgm:prSet presAssocID="{315CCAFF-1A60-EF45-8ED0-F9557BD5AF72}" presName="node" presStyleLbl="node1" presStyleIdx="1" presStyleCnt="3">
        <dgm:presLayoutVars>
          <dgm:bulletEnabled val="1"/>
        </dgm:presLayoutVars>
      </dgm:prSet>
      <dgm:spPr/>
    </dgm:pt>
    <dgm:pt modelId="{BF9DA2BD-935E-FB40-969F-37F9C5867E5B}" type="pres">
      <dgm:prSet presAssocID="{5887A373-D7EB-FB44-90E9-588E481141C7}" presName="sibTrans" presStyleLbl="sibTrans2D1" presStyleIdx="1" presStyleCnt="2"/>
      <dgm:spPr/>
    </dgm:pt>
    <dgm:pt modelId="{93CA3EEA-577E-5A40-9A8D-99F43E94F880}" type="pres">
      <dgm:prSet presAssocID="{5887A373-D7EB-FB44-90E9-588E481141C7}" presName="connectorText" presStyleLbl="sibTrans2D1" presStyleIdx="1" presStyleCnt="2"/>
      <dgm:spPr/>
    </dgm:pt>
    <dgm:pt modelId="{0D4CBCD1-BA32-104C-8AD5-0EEF4BD4040D}" type="pres">
      <dgm:prSet presAssocID="{5B31397A-E743-7246-9E47-25A02DDB85EB}" presName="node" presStyleLbl="node1" presStyleIdx="2" presStyleCnt="3">
        <dgm:presLayoutVars>
          <dgm:bulletEnabled val="1"/>
        </dgm:presLayoutVars>
      </dgm:prSet>
      <dgm:spPr/>
    </dgm:pt>
  </dgm:ptLst>
  <dgm:cxnLst>
    <dgm:cxn modelId="{9D5BBC11-A09F-B041-9AAF-EA7ADCDC9CD9}" type="presOf" srcId="{2ACC79F1-4623-1C48-BF18-F3A502C4088D}" destId="{1EEEE822-6AF8-1543-A819-E6D4CE1CD15A}" srcOrd="0" destOrd="0" presId="urn:microsoft.com/office/officeart/2005/8/layout/process1"/>
    <dgm:cxn modelId="{1B1E1317-981E-E74E-83C5-092D7EFE230C}" type="presOf" srcId="{315CCAFF-1A60-EF45-8ED0-F9557BD5AF72}" destId="{21310E17-0B67-044E-B0A3-4C81E0F128CE}" srcOrd="0" destOrd="0" presId="urn:microsoft.com/office/officeart/2005/8/layout/process1"/>
    <dgm:cxn modelId="{FE88FB22-652C-7349-80C5-3DBE250A7702}" srcId="{477451C3-B023-9143-A74B-C050EF123EED}" destId="{5B31397A-E743-7246-9E47-25A02DDB85EB}" srcOrd="2" destOrd="0" parTransId="{A6B671DF-475E-E34C-BD3B-36682EF621CD}" sibTransId="{98DAB3AB-CC40-6447-96A0-0D5C714F86C0}"/>
    <dgm:cxn modelId="{C2BFC336-E7A7-1B43-AC7A-EE8FE48216F0}" type="presOf" srcId="{5887A373-D7EB-FB44-90E9-588E481141C7}" destId="{93CA3EEA-577E-5A40-9A8D-99F43E94F880}" srcOrd="1" destOrd="0" presId="urn:microsoft.com/office/officeart/2005/8/layout/process1"/>
    <dgm:cxn modelId="{E896E149-5E6F-B04C-896C-F24F43BE0DD2}" type="presOf" srcId="{477451C3-B023-9143-A74B-C050EF123EED}" destId="{3B424858-DA6B-4141-ACEC-AA4361A19A38}" srcOrd="0" destOrd="0" presId="urn:microsoft.com/office/officeart/2005/8/layout/process1"/>
    <dgm:cxn modelId="{54ADD55A-E49F-CD49-BD0A-186E828A8064}" type="presOf" srcId="{27BA8E1A-2600-9943-A9EB-5C1487EF7C85}" destId="{292D0DEC-9566-E04E-8158-F1D50AE2B205}" srcOrd="0" destOrd="0" presId="urn:microsoft.com/office/officeart/2005/8/layout/process1"/>
    <dgm:cxn modelId="{109FC263-1198-C145-B3B5-F2D037C1B8C7}" type="presOf" srcId="{5887A373-D7EB-FB44-90E9-588E481141C7}" destId="{BF9DA2BD-935E-FB40-969F-37F9C5867E5B}" srcOrd="0" destOrd="0" presId="urn:microsoft.com/office/officeart/2005/8/layout/process1"/>
    <dgm:cxn modelId="{1BD0A180-2B33-794E-B04A-292AB7611A28}" type="presOf" srcId="{5B31397A-E743-7246-9E47-25A02DDB85EB}" destId="{0D4CBCD1-BA32-104C-8AD5-0EEF4BD4040D}" srcOrd="0" destOrd="0" presId="urn:microsoft.com/office/officeart/2005/8/layout/process1"/>
    <dgm:cxn modelId="{5FD00D86-352D-3145-8539-19EB76F838D9}" srcId="{477451C3-B023-9143-A74B-C050EF123EED}" destId="{27BA8E1A-2600-9943-A9EB-5C1487EF7C85}" srcOrd="0" destOrd="0" parTransId="{D285DBB5-1A3B-CF49-A971-420787B99C0D}" sibTransId="{2ACC79F1-4623-1C48-BF18-F3A502C4088D}"/>
    <dgm:cxn modelId="{D8904DBD-37CD-2648-B328-816123B00243}" srcId="{477451C3-B023-9143-A74B-C050EF123EED}" destId="{315CCAFF-1A60-EF45-8ED0-F9557BD5AF72}" srcOrd="1" destOrd="0" parTransId="{E4D6D76F-F270-9948-BDEF-2421ECA01DCA}" sibTransId="{5887A373-D7EB-FB44-90E9-588E481141C7}"/>
    <dgm:cxn modelId="{0C8FCCC6-219B-2243-9997-56378C3D00AB}" type="presOf" srcId="{2ACC79F1-4623-1C48-BF18-F3A502C4088D}" destId="{0638D8C6-D8D2-7246-80A1-0844FD03A793}" srcOrd="1" destOrd="0" presId="urn:microsoft.com/office/officeart/2005/8/layout/process1"/>
    <dgm:cxn modelId="{91181531-7CBE-3942-8EF1-311A3975E0DC}" type="presParOf" srcId="{3B424858-DA6B-4141-ACEC-AA4361A19A38}" destId="{292D0DEC-9566-E04E-8158-F1D50AE2B205}" srcOrd="0" destOrd="0" presId="urn:microsoft.com/office/officeart/2005/8/layout/process1"/>
    <dgm:cxn modelId="{1B7911CF-AA79-264A-8F46-B8B82243279F}" type="presParOf" srcId="{3B424858-DA6B-4141-ACEC-AA4361A19A38}" destId="{1EEEE822-6AF8-1543-A819-E6D4CE1CD15A}" srcOrd="1" destOrd="0" presId="urn:microsoft.com/office/officeart/2005/8/layout/process1"/>
    <dgm:cxn modelId="{A4B16D55-5395-464A-A68F-6455A0E5B9E2}" type="presParOf" srcId="{1EEEE822-6AF8-1543-A819-E6D4CE1CD15A}" destId="{0638D8C6-D8D2-7246-80A1-0844FD03A793}" srcOrd="0" destOrd="0" presId="urn:microsoft.com/office/officeart/2005/8/layout/process1"/>
    <dgm:cxn modelId="{42CF9E7E-2EA2-2347-940D-8D4EE0BD50D2}" type="presParOf" srcId="{3B424858-DA6B-4141-ACEC-AA4361A19A38}" destId="{21310E17-0B67-044E-B0A3-4C81E0F128CE}" srcOrd="2" destOrd="0" presId="urn:microsoft.com/office/officeart/2005/8/layout/process1"/>
    <dgm:cxn modelId="{647A2F9F-A414-084D-8BA9-F99DD6705873}" type="presParOf" srcId="{3B424858-DA6B-4141-ACEC-AA4361A19A38}" destId="{BF9DA2BD-935E-FB40-969F-37F9C5867E5B}" srcOrd="3" destOrd="0" presId="urn:microsoft.com/office/officeart/2005/8/layout/process1"/>
    <dgm:cxn modelId="{15F4F946-B9FB-4949-97E0-11E110846B14}" type="presParOf" srcId="{BF9DA2BD-935E-FB40-969F-37F9C5867E5B}" destId="{93CA3EEA-577E-5A40-9A8D-99F43E94F880}" srcOrd="0" destOrd="0" presId="urn:microsoft.com/office/officeart/2005/8/layout/process1"/>
    <dgm:cxn modelId="{148EBAEB-F651-D841-BCF5-628C96E85C6E}" type="presParOf" srcId="{3B424858-DA6B-4141-ACEC-AA4361A19A38}" destId="{0D4CBCD1-BA32-104C-8AD5-0EEF4BD4040D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326C41D-1F80-EA44-A162-0005B0F79523}" type="doc">
      <dgm:prSet loTypeId="urn:microsoft.com/office/officeart/2005/8/layout/pyramid2" loCatId="" qsTypeId="urn:microsoft.com/office/officeart/2005/8/quickstyle/simple1" qsCatId="simple" csTypeId="urn:microsoft.com/office/officeart/2005/8/colors/accent2_5" csCatId="accent2" phldr="1"/>
      <dgm:spPr/>
      <dgm:t>
        <a:bodyPr/>
        <a:lstStyle/>
        <a:p>
          <a:endParaRPr lang="pl-PL"/>
        </a:p>
      </dgm:t>
    </dgm:pt>
    <dgm:pt modelId="{1BB443BC-4758-3D4B-83CD-15B4E939305A}">
      <dgm:prSet phldrT="[Tekst]"/>
      <dgm:spPr/>
      <dgm:t>
        <a:bodyPr/>
        <a:lstStyle/>
        <a:p>
          <a:r>
            <a:rPr lang="pl-PL" dirty="0"/>
            <a:t>Service </a:t>
          </a:r>
        </a:p>
      </dgm:t>
    </dgm:pt>
    <dgm:pt modelId="{20F74629-0971-244B-AAA9-87CC7FEBDDC5}" type="parTrans" cxnId="{EC133491-43B2-C240-9790-49A658DD9FAB}">
      <dgm:prSet/>
      <dgm:spPr/>
      <dgm:t>
        <a:bodyPr/>
        <a:lstStyle/>
        <a:p>
          <a:endParaRPr lang="pl-PL"/>
        </a:p>
      </dgm:t>
    </dgm:pt>
    <dgm:pt modelId="{99EF9B5C-E645-1542-9F52-D2F0862F66A1}" type="sibTrans" cxnId="{EC133491-43B2-C240-9790-49A658DD9FAB}">
      <dgm:prSet/>
      <dgm:spPr/>
      <dgm:t>
        <a:bodyPr/>
        <a:lstStyle/>
        <a:p>
          <a:endParaRPr lang="pl-PL"/>
        </a:p>
      </dgm:t>
    </dgm:pt>
    <dgm:pt modelId="{53C62EED-F4A6-C74F-96D8-5909BF927B12}">
      <dgm:prSet phldrT="[Tekst]"/>
      <dgm:spPr/>
      <dgm:t>
        <a:bodyPr/>
        <a:lstStyle/>
        <a:p>
          <a:r>
            <a:rPr lang="pl-PL" dirty="0"/>
            <a:t>Volumen</a:t>
          </a:r>
        </a:p>
      </dgm:t>
    </dgm:pt>
    <dgm:pt modelId="{72EE0000-750F-3649-838C-D86B7154C0CA}" type="parTrans" cxnId="{6A9367C2-78B8-5D4F-B0DF-1EC1738F7460}">
      <dgm:prSet/>
      <dgm:spPr/>
      <dgm:t>
        <a:bodyPr/>
        <a:lstStyle/>
        <a:p>
          <a:endParaRPr lang="pl-PL"/>
        </a:p>
      </dgm:t>
    </dgm:pt>
    <dgm:pt modelId="{BD974321-C8EA-A84C-884F-8778028A8466}" type="sibTrans" cxnId="{6A9367C2-78B8-5D4F-B0DF-1EC1738F7460}">
      <dgm:prSet/>
      <dgm:spPr/>
      <dgm:t>
        <a:bodyPr/>
        <a:lstStyle/>
        <a:p>
          <a:endParaRPr lang="pl-PL"/>
        </a:p>
      </dgm:t>
    </dgm:pt>
    <dgm:pt modelId="{8C824B8B-D594-2840-9779-73D244180889}">
      <dgm:prSet phldrT="[Tekst]"/>
      <dgm:spPr/>
      <dgm:t>
        <a:bodyPr/>
        <a:lstStyle/>
        <a:p>
          <a:r>
            <a:rPr lang="pl-PL" dirty="0"/>
            <a:t>Network</a:t>
          </a:r>
        </a:p>
      </dgm:t>
    </dgm:pt>
    <dgm:pt modelId="{9898E50C-7C08-0740-B961-5B1F2631C080}" type="parTrans" cxnId="{1BB09073-96F1-AB46-B024-7BDB97F6B274}">
      <dgm:prSet/>
      <dgm:spPr/>
      <dgm:t>
        <a:bodyPr/>
        <a:lstStyle/>
        <a:p>
          <a:endParaRPr lang="pl-PL"/>
        </a:p>
      </dgm:t>
    </dgm:pt>
    <dgm:pt modelId="{1DD5638C-FC42-EF4F-9A9A-7BAC126C98E5}" type="sibTrans" cxnId="{1BB09073-96F1-AB46-B024-7BDB97F6B274}">
      <dgm:prSet/>
      <dgm:spPr/>
      <dgm:t>
        <a:bodyPr/>
        <a:lstStyle/>
        <a:p>
          <a:endParaRPr lang="pl-PL"/>
        </a:p>
      </dgm:t>
    </dgm:pt>
    <dgm:pt modelId="{35100C3C-45AF-D94C-9245-8F6A45DB5036}" type="pres">
      <dgm:prSet presAssocID="{B326C41D-1F80-EA44-A162-0005B0F79523}" presName="compositeShape" presStyleCnt="0">
        <dgm:presLayoutVars>
          <dgm:dir/>
          <dgm:resizeHandles/>
        </dgm:presLayoutVars>
      </dgm:prSet>
      <dgm:spPr/>
    </dgm:pt>
    <dgm:pt modelId="{05E56B4B-0045-594A-BFA2-349A697BDB53}" type="pres">
      <dgm:prSet presAssocID="{B326C41D-1F80-EA44-A162-0005B0F79523}" presName="pyramid" presStyleLbl="node1" presStyleIdx="0" presStyleCnt="1"/>
      <dgm:spPr/>
    </dgm:pt>
    <dgm:pt modelId="{532A0CD4-9BFC-0E41-B0E8-0B3BB79C37FC}" type="pres">
      <dgm:prSet presAssocID="{B326C41D-1F80-EA44-A162-0005B0F79523}" presName="theList" presStyleCnt="0"/>
      <dgm:spPr/>
    </dgm:pt>
    <dgm:pt modelId="{B1BA9E3C-8DB6-E849-A74F-80A4702B78ED}" type="pres">
      <dgm:prSet presAssocID="{1BB443BC-4758-3D4B-83CD-15B4E939305A}" presName="aNode" presStyleLbl="fgAcc1" presStyleIdx="0" presStyleCnt="3">
        <dgm:presLayoutVars>
          <dgm:bulletEnabled val="1"/>
        </dgm:presLayoutVars>
      </dgm:prSet>
      <dgm:spPr/>
    </dgm:pt>
    <dgm:pt modelId="{1A564E3A-220F-384C-9DDA-A8CC4249E8CB}" type="pres">
      <dgm:prSet presAssocID="{1BB443BC-4758-3D4B-83CD-15B4E939305A}" presName="aSpace" presStyleCnt="0"/>
      <dgm:spPr/>
    </dgm:pt>
    <dgm:pt modelId="{37BC8403-DE6E-4B44-93F8-A7552B3E9EF3}" type="pres">
      <dgm:prSet presAssocID="{53C62EED-F4A6-C74F-96D8-5909BF927B12}" presName="aNode" presStyleLbl="fgAcc1" presStyleIdx="1" presStyleCnt="3">
        <dgm:presLayoutVars>
          <dgm:bulletEnabled val="1"/>
        </dgm:presLayoutVars>
      </dgm:prSet>
      <dgm:spPr/>
    </dgm:pt>
    <dgm:pt modelId="{449BB220-B832-D448-AB5B-D40CE8AB44D7}" type="pres">
      <dgm:prSet presAssocID="{53C62EED-F4A6-C74F-96D8-5909BF927B12}" presName="aSpace" presStyleCnt="0"/>
      <dgm:spPr/>
    </dgm:pt>
    <dgm:pt modelId="{9E1CFDB7-35F9-2242-BA9C-86D22C17BB93}" type="pres">
      <dgm:prSet presAssocID="{8C824B8B-D594-2840-9779-73D244180889}" presName="aNode" presStyleLbl="fgAcc1" presStyleIdx="2" presStyleCnt="3">
        <dgm:presLayoutVars>
          <dgm:bulletEnabled val="1"/>
        </dgm:presLayoutVars>
      </dgm:prSet>
      <dgm:spPr/>
    </dgm:pt>
    <dgm:pt modelId="{51C3EB44-CD42-3942-8950-22EC9A028A7B}" type="pres">
      <dgm:prSet presAssocID="{8C824B8B-D594-2840-9779-73D244180889}" presName="aSpace" presStyleCnt="0"/>
      <dgm:spPr/>
    </dgm:pt>
  </dgm:ptLst>
  <dgm:cxnLst>
    <dgm:cxn modelId="{56B4920F-0E60-3F4D-BA9B-7E2E104AE7C4}" type="presOf" srcId="{1BB443BC-4758-3D4B-83CD-15B4E939305A}" destId="{B1BA9E3C-8DB6-E849-A74F-80A4702B78ED}" srcOrd="0" destOrd="0" presId="urn:microsoft.com/office/officeart/2005/8/layout/pyramid2"/>
    <dgm:cxn modelId="{A28C2C20-D2B6-EB49-B2CE-6D5637CC1A9F}" type="presOf" srcId="{53C62EED-F4A6-C74F-96D8-5909BF927B12}" destId="{37BC8403-DE6E-4B44-93F8-A7552B3E9EF3}" srcOrd="0" destOrd="0" presId="urn:microsoft.com/office/officeart/2005/8/layout/pyramid2"/>
    <dgm:cxn modelId="{1BB09073-96F1-AB46-B024-7BDB97F6B274}" srcId="{B326C41D-1F80-EA44-A162-0005B0F79523}" destId="{8C824B8B-D594-2840-9779-73D244180889}" srcOrd="2" destOrd="0" parTransId="{9898E50C-7C08-0740-B961-5B1F2631C080}" sibTransId="{1DD5638C-FC42-EF4F-9A9A-7BAC126C98E5}"/>
    <dgm:cxn modelId="{EC133491-43B2-C240-9790-49A658DD9FAB}" srcId="{B326C41D-1F80-EA44-A162-0005B0F79523}" destId="{1BB443BC-4758-3D4B-83CD-15B4E939305A}" srcOrd="0" destOrd="0" parTransId="{20F74629-0971-244B-AAA9-87CC7FEBDDC5}" sibTransId="{99EF9B5C-E645-1542-9F52-D2F0862F66A1}"/>
    <dgm:cxn modelId="{72F847BC-3A0E-8142-9376-D8B94D26008F}" type="presOf" srcId="{8C824B8B-D594-2840-9779-73D244180889}" destId="{9E1CFDB7-35F9-2242-BA9C-86D22C17BB93}" srcOrd="0" destOrd="0" presId="urn:microsoft.com/office/officeart/2005/8/layout/pyramid2"/>
    <dgm:cxn modelId="{6A9367C2-78B8-5D4F-B0DF-1EC1738F7460}" srcId="{B326C41D-1F80-EA44-A162-0005B0F79523}" destId="{53C62EED-F4A6-C74F-96D8-5909BF927B12}" srcOrd="1" destOrd="0" parTransId="{72EE0000-750F-3649-838C-D86B7154C0CA}" sibTransId="{BD974321-C8EA-A84C-884F-8778028A8466}"/>
    <dgm:cxn modelId="{DB2BE9D6-6341-6948-B82D-C131CB44FFB5}" type="presOf" srcId="{B326C41D-1F80-EA44-A162-0005B0F79523}" destId="{35100C3C-45AF-D94C-9245-8F6A45DB5036}" srcOrd="0" destOrd="0" presId="urn:microsoft.com/office/officeart/2005/8/layout/pyramid2"/>
    <dgm:cxn modelId="{54D01B41-E817-A549-917A-FA5E701A69F6}" type="presParOf" srcId="{35100C3C-45AF-D94C-9245-8F6A45DB5036}" destId="{05E56B4B-0045-594A-BFA2-349A697BDB53}" srcOrd="0" destOrd="0" presId="urn:microsoft.com/office/officeart/2005/8/layout/pyramid2"/>
    <dgm:cxn modelId="{047C3084-9831-0D49-AD94-52BCE3C7BB9A}" type="presParOf" srcId="{35100C3C-45AF-D94C-9245-8F6A45DB5036}" destId="{532A0CD4-9BFC-0E41-B0E8-0B3BB79C37FC}" srcOrd="1" destOrd="0" presId="urn:microsoft.com/office/officeart/2005/8/layout/pyramid2"/>
    <dgm:cxn modelId="{231B7F89-7FFE-9844-9BAA-78560ECC7D1A}" type="presParOf" srcId="{532A0CD4-9BFC-0E41-B0E8-0B3BB79C37FC}" destId="{B1BA9E3C-8DB6-E849-A74F-80A4702B78ED}" srcOrd="0" destOrd="0" presId="urn:microsoft.com/office/officeart/2005/8/layout/pyramid2"/>
    <dgm:cxn modelId="{F9C71DE7-4CF5-6C46-8AFD-B8A7735BBE2C}" type="presParOf" srcId="{532A0CD4-9BFC-0E41-B0E8-0B3BB79C37FC}" destId="{1A564E3A-220F-384C-9DDA-A8CC4249E8CB}" srcOrd="1" destOrd="0" presId="urn:microsoft.com/office/officeart/2005/8/layout/pyramid2"/>
    <dgm:cxn modelId="{2ED6C7EA-4146-4A43-955D-C7B599C3A61A}" type="presParOf" srcId="{532A0CD4-9BFC-0E41-B0E8-0B3BB79C37FC}" destId="{37BC8403-DE6E-4B44-93F8-A7552B3E9EF3}" srcOrd="2" destOrd="0" presId="urn:microsoft.com/office/officeart/2005/8/layout/pyramid2"/>
    <dgm:cxn modelId="{E283C57C-B91E-5F4E-A632-E0C16F8654E6}" type="presParOf" srcId="{532A0CD4-9BFC-0E41-B0E8-0B3BB79C37FC}" destId="{449BB220-B832-D448-AB5B-D40CE8AB44D7}" srcOrd="3" destOrd="0" presId="urn:microsoft.com/office/officeart/2005/8/layout/pyramid2"/>
    <dgm:cxn modelId="{AA469459-F62F-C04E-9C65-C28D104A5452}" type="presParOf" srcId="{532A0CD4-9BFC-0E41-B0E8-0B3BB79C37FC}" destId="{9E1CFDB7-35F9-2242-BA9C-86D22C17BB93}" srcOrd="4" destOrd="0" presId="urn:microsoft.com/office/officeart/2005/8/layout/pyramid2"/>
    <dgm:cxn modelId="{7AE923BF-F2C3-E944-A3C4-9B17B385AAAB}" type="presParOf" srcId="{532A0CD4-9BFC-0E41-B0E8-0B3BB79C37FC}" destId="{51C3EB44-CD42-3942-8950-22EC9A028A7B}" srcOrd="5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8A68A4-B3DB-534A-BFE2-9B6147D2C85E}">
      <dsp:nvSpPr>
        <dsp:cNvPr id="0" name=""/>
        <dsp:cNvSpPr/>
      </dsp:nvSpPr>
      <dsp:spPr>
        <a:xfrm>
          <a:off x="0" y="72793"/>
          <a:ext cx="5031485" cy="7464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200" b="1" kern="1200"/>
            <a:t>Cele modułu</a:t>
          </a:r>
          <a:endParaRPr lang="en-US" sz="2200" kern="1200"/>
        </a:p>
      </dsp:txBody>
      <dsp:txXfrm>
        <a:off x="36439" y="109232"/>
        <a:ext cx="4958607" cy="673582"/>
      </dsp:txXfrm>
    </dsp:sp>
    <dsp:sp modelId="{692F9C13-74A1-9349-959D-5C47AE846834}">
      <dsp:nvSpPr>
        <dsp:cNvPr id="0" name=""/>
        <dsp:cNvSpPr/>
      </dsp:nvSpPr>
      <dsp:spPr>
        <a:xfrm>
          <a:off x="0" y="819254"/>
          <a:ext cx="5031485" cy="910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750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Tworzenie Dockerfile dla aplikacji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Optymalizacja obrazów Docker</a:t>
          </a:r>
          <a:endParaRPr lang="en-US" sz="1700" kern="1200"/>
        </a:p>
      </dsp:txBody>
      <dsp:txXfrm>
        <a:off x="0" y="819254"/>
        <a:ext cx="5031485" cy="910800"/>
      </dsp:txXfrm>
    </dsp:sp>
    <dsp:sp modelId="{CB27C405-498B-9E41-9AA2-52D385183659}">
      <dsp:nvSpPr>
        <dsp:cNvPr id="0" name=""/>
        <dsp:cNvSpPr/>
      </dsp:nvSpPr>
      <dsp:spPr>
        <a:xfrm>
          <a:off x="0" y="1730054"/>
          <a:ext cx="5031485" cy="746460"/>
        </a:xfrm>
        <a:prstGeom prst="roundRect">
          <a:avLst/>
        </a:prstGeom>
        <a:solidFill>
          <a:schemeClr val="accent2">
            <a:hueOff val="-796883"/>
            <a:satOff val="12770"/>
            <a:lumOff val="1156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200" b="1" kern="1200"/>
            <a:t>Zawartość</a:t>
          </a:r>
          <a:endParaRPr lang="en-US" sz="2200" kern="1200"/>
        </a:p>
      </dsp:txBody>
      <dsp:txXfrm>
        <a:off x="36439" y="1766493"/>
        <a:ext cx="4958607" cy="673582"/>
      </dsp:txXfrm>
    </dsp:sp>
    <dsp:sp modelId="{1AEEFC98-3911-F248-97E9-8EEA327C0E5C}">
      <dsp:nvSpPr>
        <dsp:cNvPr id="0" name=""/>
        <dsp:cNvSpPr/>
      </dsp:nvSpPr>
      <dsp:spPr>
        <a:xfrm>
          <a:off x="0" y="2476514"/>
          <a:ext cx="5031485" cy="2595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750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Struktura Dockerfile i instrukcje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Best practices: warstwy, cache, minimalizacja rozmiaru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Multi-stage builds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LAB: Utworzenie Dockerfile dla aplikacji Python</a:t>
          </a:r>
          <a:endParaRPr lang="en-US" sz="1700" kern="1200"/>
        </a:p>
      </dsp:txBody>
      <dsp:txXfrm>
        <a:off x="0" y="2476514"/>
        <a:ext cx="5031485" cy="25957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74DBBE-833B-694B-BFF8-0608C17BD5C7}">
      <dsp:nvSpPr>
        <dsp:cNvPr id="0" name=""/>
        <dsp:cNvSpPr/>
      </dsp:nvSpPr>
      <dsp:spPr>
        <a:xfrm>
          <a:off x="0" y="482653"/>
          <a:ext cx="5031485" cy="7464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/>
            <a:t>Cele modułu</a:t>
          </a:r>
          <a:endParaRPr lang="en-US" sz="2200" kern="1200"/>
        </a:p>
      </dsp:txBody>
      <dsp:txXfrm>
        <a:off x="36439" y="519092"/>
        <a:ext cx="4958607" cy="673582"/>
      </dsp:txXfrm>
    </dsp:sp>
    <dsp:sp modelId="{7FE6417F-DB76-8E4C-9CA3-15DF798E9D29}">
      <dsp:nvSpPr>
        <dsp:cNvPr id="0" name=""/>
        <dsp:cNvSpPr/>
      </dsp:nvSpPr>
      <dsp:spPr>
        <a:xfrm>
          <a:off x="0" y="1229114"/>
          <a:ext cx="5031485" cy="455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750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Orkiestracja wielu kontenerów lokalnie</a:t>
          </a:r>
          <a:endParaRPr lang="en-US" sz="1700" kern="1200"/>
        </a:p>
      </dsp:txBody>
      <dsp:txXfrm>
        <a:off x="0" y="1229114"/>
        <a:ext cx="5031485" cy="455400"/>
      </dsp:txXfrm>
    </dsp:sp>
    <dsp:sp modelId="{B1FC3CC5-B828-3140-ADE1-9317C6B3B000}">
      <dsp:nvSpPr>
        <dsp:cNvPr id="0" name=""/>
        <dsp:cNvSpPr/>
      </dsp:nvSpPr>
      <dsp:spPr>
        <a:xfrm>
          <a:off x="0" y="1684514"/>
          <a:ext cx="5031485" cy="746460"/>
        </a:xfrm>
        <a:prstGeom prst="roundRect">
          <a:avLst/>
        </a:prstGeom>
        <a:solidFill>
          <a:schemeClr val="accent2">
            <a:hueOff val="-796883"/>
            <a:satOff val="12770"/>
            <a:lumOff val="1156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200" b="1" kern="1200"/>
            <a:t>Zawartość</a:t>
          </a:r>
          <a:endParaRPr lang="en-US" sz="2200" kern="1200"/>
        </a:p>
      </dsp:txBody>
      <dsp:txXfrm>
        <a:off x="36439" y="1720953"/>
        <a:ext cx="4958607" cy="673582"/>
      </dsp:txXfrm>
    </dsp:sp>
    <dsp:sp modelId="{02BF8163-418E-0144-AFC3-64FAB120FED8}">
      <dsp:nvSpPr>
        <dsp:cNvPr id="0" name=""/>
        <dsp:cNvSpPr/>
      </dsp:nvSpPr>
      <dsp:spPr>
        <a:xfrm>
          <a:off x="0" y="2430974"/>
          <a:ext cx="5031485" cy="2231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750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docker-compose.yml: services, volumes, networks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Komendy: compose up, down, logs, exec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Linking kontenerów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LAB: Aplikacja multi-tier (web + database)</a:t>
          </a:r>
          <a:endParaRPr lang="en-US" sz="1700" kern="1200"/>
        </a:p>
      </dsp:txBody>
      <dsp:txXfrm>
        <a:off x="0" y="2430974"/>
        <a:ext cx="5031485" cy="22314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0393C7-C9E0-1F48-8459-BBD290808506}">
      <dsp:nvSpPr>
        <dsp:cNvPr id="0" name=""/>
        <dsp:cNvSpPr/>
      </dsp:nvSpPr>
      <dsp:spPr>
        <a:xfrm>
          <a:off x="0" y="66291"/>
          <a:ext cx="5031485" cy="78039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300" b="1" kern="1200"/>
            <a:t>Cele modułu</a:t>
          </a:r>
          <a:endParaRPr lang="en-US" sz="2300" kern="1200"/>
        </a:p>
      </dsp:txBody>
      <dsp:txXfrm>
        <a:off x="38095" y="104386"/>
        <a:ext cx="4955295" cy="704200"/>
      </dsp:txXfrm>
    </dsp:sp>
    <dsp:sp modelId="{A5FEBF0B-AB78-5046-BB0B-5BDB84DD078C}">
      <dsp:nvSpPr>
        <dsp:cNvPr id="0" name=""/>
        <dsp:cNvSpPr/>
      </dsp:nvSpPr>
      <dsp:spPr>
        <a:xfrm>
          <a:off x="0" y="846681"/>
          <a:ext cx="5031485" cy="976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750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800" kern="1200"/>
            <a:t>Strategie testowania kontenery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800" kern="1200"/>
            <a:t>Health checks i diagnostyka</a:t>
          </a:r>
          <a:endParaRPr lang="en-US" sz="1800" kern="1200"/>
        </a:p>
      </dsp:txBody>
      <dsp:txXfrm>
        <a:off x="0" y="846681"/>
        <a:ext cx="5031485" cy="976005"/>
      </dsp:txXfrm>
    </dsp:sp>
    <dsp:sp modelId="{3DEB5635-6C90-E54B-BCED-0AD74D23981C}">
      <dsp:nvSpPr>
        <dsp:cNvPr id="0" name=""/>
        <dsp:cNvSpPr/>
      </dsp:nvSpPr>
      <dsp:spPr>
        <a:xfrm>
          <a:off x="0" y="1822686"/>
          <a:ext cx="5031485" cy="780390"/>
        </a:xfrm>
        <a:prstGeom prst="roundRect">
          <a:avLst/>
        </a:prstGeom>
        <a:solidFill>
          <a:schemeClr val="accent2">
            <a:hueOff val="-796883"/>
            <a:satOff val="12770"/>
            <a:lumOff val="1156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300" b="1" kern="1200"/>
            <a:t>Zawartość</a:t>
          </a:r>
          <a:endParaRPr lang="en-US" sz="2300" kern="1200"/>
        </a:p>
      </dsp:txBody>
      <dsp:txXfrm>
        <a:off x="38095" y="1860781"/>
        <a:ext cx="4955295" cy="704200"/>
      </dsp:txXfrm>
    </dsp:sp>
    <dsp:sp modelId="{9FF076E9-0957-6B4E-A57A-A894A86C6074}">
      <dsp:nvSpPr>
        <dsp:cNvPr id="0" name=""/>
        <dsp:cNvSpPr/>
      </dsp:nvSpPr>
      <dsp:spPr>
        <a:xfrm>
          <a:off x="0" y="2603076"/>
          <a:ext cx="5031485" cy="24757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750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800" kern="1200"/>
            <a:t>Unit testy w Docker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800" kern="1200"/>
            <a:t>Integration testy dla kontenerów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800" kern="1200"/>
            <a:t>Health checks: CMD, HTTP, TCP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800" kern="1200"/>
            <a:t>Monitorowanie logów i metryki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800" kern="1200"/>
            <a:t>LAB: Implementacja health checks</a:t>
          </a:r>
          <a:endParaRPr lang="en-US" sz="1800" kern="1200"/>
        </a:p>
      </dsp:txBody>
      <dsp:txXfrm>
        <a:off x="0" y="2603076"/>
        <a:ext cx="5031485" cy="24757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4AA2B0-587D-B247-A5B3-C53D049005F7}">
      <dsp:nvSpPr>
        <dsp:cNvPr id="0" name=""/>
        <dsp:cNvSpPr/>
      </dsp:nvSpPr>
      <dsp:spPr>
        <a:xfrm>
          <a:off x="0" y="72793"/>
          <a:ext cx="5031485" cy="7464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200" b="1" kern="1200"/>
            <a:t>Cele modułu</a:t>
          </a:r>
          <a:endParaRPr lang="en-US" sz="2200" kern="1200"/>
        </a:p>
      </dsp:txBody>
      <dsp:txXfrm>
        <a:off x="36439" y="109232"/>
        <a:ext cx="4958607" cy="673582"/>
      </dsp:txXfrm>
    </dsp:sp>
    <dsp:sp modelId="{3BD9B40E-DE0E-2F44-B2E8-490611F50A50}">
      <dsp:nvSpPr>
        <dsp:cNvPr id="0" name=""/>
        <dsp:cNvSpPr/>
      </dsp:nvSpPr>
      <dsp:spPr>
        <a:xfrm>
          <a:off x="0" y="819254"/>
          <a:ext cx="5031485" cy="910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750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Architektura Kubernetes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Setup Minikube</a:t>
          </a:r>
          <a:endParaRPr lang="en-US" sz="1700" kern="1200"/>
        </a:p>
      </dsp:txBody>
      <dsp:txXfrm>
        <a:off x="0" y="819254"/>
        <a:ext cx="5031485" cy="910800"/>
      </dsp:txXfrm>
    </dsp:sp>
    <dsp:sp modelId="{E48926AE-E84D-084A-8B12-B0EA8061B041}">
      <dsp:nvSpPr>
        <dsp:cNvPr id="0" name=""/>
        <dsp:cNvSpPr/>
      </dsp:nvSpPr>
      <dsp:spPr>
        <a:xfrm>
          <a:off x="0" y="1730054"/>
          <a:ext cx="5031485" cy="746460"/>
        </a:xfrm>
        <a:prstGeom prst="roundRect">
          <a:avLst/>
        </a:prstGeom>
        <a:solidFill>
          <a:schemeClr val="accent2">
            <a:hueOff val="-796883"/>
            <a:satOff val="12770"/>
            <a:lumOff val="1156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200" b="1" kern="1200"/>
            <a:t>Zawartość</a:t>
          </a:r>
          <a:endParaRPr lang="en-US" sz="2200" kern="1200"/>
        </a:p>
      </dsp:txBody>
      <dsp:txXfrm>
        <a:off x="36439" y="1766493"/>
        <a:ext cx="4958607" cy="673582"/>
      </dsp:txXfrm>
    </dsp:sp>
    <dsp:sp modelId="{5D84E03A-E03A-3244-B5AD-C1C99439B00D}">
      <dsp:nvSpPr>
        <dsp:cNvPr id="0" name=""/>
        <dsp:cNvSpPr/>
      </dsp:nvSpPr>
      <dsp:spPr>
        <a:xfrm>
          <a:off x="0" y="2476514"/>
          <a:ext cx="5031485" cy="25957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9750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/>
            <a:t>Kubernetes: Control Plane, Worker Nodes, etcd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kubectl: podstawowe komendy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Przegląd klastra: nodes, namespaces, resources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l-PL" sz="1700" kern="1200"/>
            <a:t>LAB: pierwsza komenda kubectl</a:t>
          </a:r>
          <a:endParaRPr lang="en-US" sz="1700" kern="1200"/>
        </a:p>
      </dsp:txBody>
      <dsp:txXfrm>
        <a:off x="0" y="2476514"/>
        <a:ext cx="5031485" cy="259578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A86244-BA9A-D542-B706-0AE56F883E1D}">
      <dsp:nvSpPr>
        <dsp:cNvPr id="0" name=""/>
        <dsp:cNvSpPr/>
      </dsp:nvSpPr>
      <dsp:spPr>
        <a:xfrm rot="5400000">
          <a:off x="-202187" y="203803"/>
          <a:ext cx="1347918" cy="943542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 dirty="0"/>
            <a:t>Obraz</a:t>
          </a:r>
        </a:p>
      </dsp:txBody>
      <dsp:txXfrm rot="-5400000">
        <a:off x="1" y="473386"/>
        <a:ext cx="943542" cy="404376"/>
      </dsp:txXfrm>
    </dsp:sp>
    <dsp:sp modelId="{5F539A4F-B2F0-6B42-98B3-DF2D2F3B0637}">
      <dsp:nvSpPr>
        <dsp:cNvPr id="0" name=""/>
        <dsp:cNvSpPr/>
      </dsp:nvSpPr>
      <dsp:spPr>
        <a:xfrm rot="5400000">
          <a:off x="4418983" y="-3473824"/>
          <a:ext cx="876147" cy="782702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3970" rIns="13970" bIns="1397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l-PL" sz="2200" b="1" kern="1200" baseline="0" dirty="0"/>
            <a:t>obraz (image)</a:t>
          </a:r>
          <a:r>
            <a:rPr lang="pl-PL" sz="2200" b="0" kern="1200" baseline="0" dirty="0"/>
            <a:t> to gotowy „szablon” aplikacji,</a:t>
          </a:r>
          <a:endParaRPr lang="pl-PL" sz="2200" kern="1200" dirty="0"/>
        </a:p>
      </dsp:txBody>
      <dsp:txXfrm rot="-5400000">
        <a:off x="943543" y="44386"/>
        <a:ext cx="7784258" cy="790607"/>
      </dsp:txXfrm>
    </dsp:sp>
    <dsp:sp modelId="{E5BC01D0-27AE-3849-93A3-F9A3EADDDE6D}">
      <dsp:nvSpPr>
        <dsp:cNvPr id="0" name=""/>
        <dsp:cNvSpPr/>
      </dsp:nvSpPr>
      <dsp:spPr>
        <a:xfrm rot="5400000">
          <a:off x="-202187" y="1353980"/>
          <a:ext cx="1347918" cy="943542"/>
        </a:xfrm>
        <a:prstGeom prst="chevron">
          <a:avLst/>
        </a:prstGeom>
        <a:solidFill>
          <a:schemeClr val="accent3">
            <a:hueOff val="477308"/>
            <a:satOff val="11626"/>
            <a:lumOff val="4608"/>
            <a:alphaOff val="0"/>
          </a:schemeClr>
        </a:solidFill>
        <a:ln w="12700" cap="flat" cmpd="sng" algn="ctr">
          <a:solidFill>
            <a:schemeClr val="accent3">
              <a:hueOff val="477308"/>
              <a:satOff val="11626"/>
              <a:lumOff val="460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 dirty="0" err="1"/>
            <a:t>Registery</a:t>
          </a:r>
          <a:endParaRPr lang="pl-PL" sz="1200" kern="1200" dirty="0"/>
        </a:p>
      </dsp:txBody>
      <dsp:txXfrm rot="-5400000">
        <a:off x="1" y="1623563"/>
        <a:ext cx="943542" cy="404376"/>
      </dsp:txXfrm>
    </dsp:sp>
    <dsp:sp modelId="{4982FB30-D108-8E4A-85DE-26197CB1B5AB}">
      <dsp:nvSpPr>
        <dsp:cNvPr id="0" name=""/>
        <dsp:cNvSpPr/>
      </dsp:nvSpPr>
      <dsp:spPr>
        <a:xfrm rot="5400000">
          <a:off x="4418983" y="-2323647"/>
          <a:ext cx="876147" cy="782702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477308"/>
              <a:satOff val="11626"/>
              <a:lumOff val="460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3970" rIns="13970" bIns="1397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l-PL" sz="2200" b="1" kern="1200" baseline="0" dirty="0"/>
            <a:t>registry</a:t>
          </a:r>
          <a:r>
            <a:rPr lang="pl-PL" sz="2200" b="0" kern="1200" baseline="0" dirty="0"/>
            <a:t> to magazyn tych obrazów,</a:t>
          </a:r>
          <a:endParaRPr lang="pl-PL" sz="2200" kern="1200" dirty="0"/>
        </a:p>
      </dsp:txBody>
      <dsp:txXfrm rot="-5400000">
        <a:off x="943543" y="1194563"/>
        <a:ext cx="7784258" cy="790607"/>
      </dsp:txXfrm>
    </dsp:sp>
    <dsp:sp modelId="{BAB28CD5-C131-1742-A241-AEE935232D5E}">
      <dsp:nvSpPr>
        <dsp:cNvPr id="0" name=""/>
        <dsp:cNvSpPr/>
      </dsp:nvSpPr>
      <dsp:spPr>
        <a:xfrm rot="5400000">
          <a:off x="-202187" y="2504157"/>
          <a:ext cx="1347918" cy="943542"/>
        </a:xfrm>
        <a:prstGeom prst="chevron">
          <a:avLst/>
        </a:prstGeom>
        <a:solidFill>
          <a:schemeClr val="accent3">
            <a:hueOff val="954616"/>
            <a:satOff val="23252"/>
            <a:lumOff val="9215"/>
            <a:alphaOff val="0"/>
          </a:schemeClr>
        </a:solidFill>
        <a:ln w="12700" cap="flat" cmpd="sng" algn="ctr">
          <a:solidFill>
            <a:schemeClr val="accent3">
              <a:hueOff val="954616"/>
              <a:satOff val="23252"/>
              <a:lumOff val="921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 dirty="0"/>
            <a:t>Docker Hub</a:t>
          </a:r>
        </a:p>
      </dsp:txBody>
      <dsp:txXfrm rot="-5400000">
        <a:off x="1" y="2773740"/>
        <a:ext cx="943542" cy="404376"/>
      </dsp:txXfrm>
    </dsp:sp>
    <dsp:sp modelId="{C9E00AF1-3095-0745-A8AD-34E4EB36C5D0}">
      <dsp:nvSpPr>
        <dsp:cNvPr id="0" name=""/>
        <dsp:cNvSpPr/>
      </dsp:nvSpPr>
      <dsp:spPr>
        <a:xfrm rot="5400000">
          <a:off x="4418983" y="-1173470"/>
          <a:ext cx="876147" cy="782702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954616"/>
              <a:satOff val="23252"/>
              <a:lumOff val="921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3970" rIns="13970" bIns="1397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l-PL" sz="2200" b="1" kern="1200" baseline="0" dirty="0"/>
            <a:t>Docker Hub</a:t>
          </a:r>
          <a:r>
            <a:rPr lang="pl-PL" sz="2200" b="0" kern="1200" baseline="0" dirty="0"/>
            <a:t> to najpopularniejsze publiczne registry.</a:t>
          </a:r>
          <a:endParaRPr lang="pl-PL" sz="2200" kern="1200" dirty="0"/>
        </a:p>
      </dsp:txBody>
      <dsp:txXfrm rot="-5400000">
        <a:off x="943543" y="2344740"/>
        <a:ext cx="7784258" cy="79060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2D0DEC-9566-E04E-8158-F1D50AE2B205}">
      <dsp:nvSpPr>
        <dsp:cNvPr id="0" name=""/>
        <dsp:cNvSpPr/>
      </dsp:nvSpPr>
      <dsp:spPr>
        <a:xfrm>
          <a:off x="7708" y="1134555"/>
          <a:ext cx="2303987" cy="13823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300" b="0" kern="1200" baseline="0" dirty="0"/>
            <a:t>- Tworzysz obraz aplikacji </a:t>
          </a:r>
          <a:endParaRPr lang="pl-PL" sz="2300" kern="1200" dirty="0"/>
        </a:p>
      </dsp:txBody>
      <dsp:txXfrm>
        <a:off x="48197" y="1175044"/>
        <a:ext cx="2223009" cy="1301414"/>
      </dsp:txXfrm>
    </dsp:sp>
    <dsp:sp modelId="{1EEEE822-6AF8-1543-A819-E6D4CE1CD15A}">
      <dsp:nvSpPr>
        <dsp:cNvPr id="0" name=""/>
        <dsp:cNvSpPr/>
      </dsp:nvSpPr>
      <dsp:spPr>
        <a:xfrm>
          <a:off x="2542095" y="1540057"/>
          <a:ext cx="488445" cy="5713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2542095" y="1654335"/>
        <a:ext cx="341912" cy="342832"/>
      </dsp:txXfrm>
    </dsp:sp>
    <dsp:sp modelId="{21310E17-0B67-044E-B0A3-4C81E0F128CE}">
      <dsp:nvSpPr>
        <dsp:cNvPr id="0" name=""/>
        <dsp:cNvSpPr/>
      </dsp:nvSpPr>
      <dsp:spPr>
        <a:xfrm>
          <a:off x="3233291" y="1134555"/>
          <a:ext cx="2303987" cy="13823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300" b="0" kern="1200" baseline="0"/>
            <a:t>- Wysyłasz do registery </a:t>
          </a:r>
          <a:endParaRPr lang="pl-PL" sz="2300" kern="1200"/>
        </a:p>
      </dsp:txBody>
      <dsp:txXfrm>
        <a:off x="3273780" y="1175044"/>
        <a:ext cx="2223009" cy="1301414"/>
      </dsp:txXfrm>
    </dsp:sp>
    <dsp:sp modelId="{BF9DA2BD-935E-FB40-969F-37F9C5867E5B}">
      <dsp:nvSpPr>
        <dsp:cNvPr id="0" name=""/>
        <dsp:cNvSpPr/>
      </dsp:nvSpPr>
      <dsp:spPr>
        <a:xfrm>
          <a:off x="5767678" y="1540057"/>
          <a:ext cx="488445" cy="5713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5767678" y="1654335"/>
        <a:ext cx="341912" cy="342832"/>
      </dsp:txXfrm>
    </dsp:sp>
    <dsp:sp modelId="{0D4CBCD1-BA32-104C-8AD5-0EEF4BD4040D}">
      <dsp:nvSpPr>
        <dsp:cNvPr id="0" name=""/>
        <dsp:cNvSpPr/>
      </dsp:nvSpPr>
      <dsp:spPr>
        <a:xfrm>
          <a:off x="6458874" y="1134555"/>
          <a:ext cx="2303987" cy="13823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300" b="0" kern="1200" baseline="0"/>
            <a:t>- Potem </a:t>
          </a:r>
          <a:r>
            <a:rPr lang="pl-PL" sz="2300" b="1" kern="1200" baseline="0"/>
            <a:t>run anyware </a:t>
          </a:r>
          <a:endParaRPr lang="pl-PL" sz="2300" kern="1200"/>
        </a:p>
      </dsp:txBody>
      <dsp:txXfrm>
        <a:off x="6499363" y="1175044"/>
        <a:ext cx="2223009" cy="130141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E56B4B-0045-594A-BFA2-349A697BDB53}">
      <dsp:nvSpPr>
        <dsp:cNvPr id="0" name=""/>
        <dsp:cNvSpPr/>
      </dsp:nvSpPr>
      <dsp:spPr>
        <a:xfrm>
          <a:off x="2285206" y="0"/>
          <a:ext cx="3651250" cy="3651250"/>
        </a:xfrm>
        <a:prstGeom prst="triangle">
          <a:avLst/>
        </a:prstGeom>
        <a:solidFill>
          <a:schemeClr val="accen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BA9E3C-8DB6-E849-A74F-80A4702B78ED}">
      <dsp:nvSpPr>
        <dsp:cNvPr id="0" name=""/>
        <dsp:cNvSpPr/>
      </dsp:nvSpPr>
      <dsp:spPr>
        <a:xfrm>
          <a:off x="4110831" y="367086"/>
          <a:ext cx="2373312" cy="86431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500" kern="1200" dirty="0"/>
            <a:t>Service </a:t>
          </a:r>
        </a:p>
      </dsp:txBody>
      <dsp:txXfrm>
        <a:off x="4153024" y="409279"/>
        <a:ext cx="2288926" cy="779933"/>
      </dsp:txXfrm>
    </dsp:sp>
    <dsp:sp modelId="{37BC8403-DE6E-4B44-93F8-A7552B3E9EF3}">
      <dsp:nvSpPr>
        <dsp:cNvPr id="0" name=""/>
        <dsp:cNvSpPr/>
      </dsp:nvSpPr>
      <dsp:spPr>
        <a:xfrm>
          <a:off x="4110831" y="1339445"/>
          <a:ext cx="2373312" cy="86431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alpha val="90000"/>
              <a:hueOff val="0"/>
              <a:satOff val="0"/>
              <a:lumOff val="0"/>
              <a:alphaOff val="-2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500" kern="1200" dirty="0"/>
            <a:t>Volumen</a:t>
          </a:r>
        </a:p>
      </dsp:txBody>
      <dsp:txXfrm>
        <a:off x="4153024" y="1381638"/>
        <a:ext cx="2288926" cy="779933"/>
      </dsp:txXfrm>
    </dsp:sp>
    <dsp:sp modelId="{9E1CFDB7-35F9-2242-BA9C-86D22C17BB93}">
      <dsp:nvSpPr>
        <dsp:cNvPr id="0" name=""/>
        <dsp:cNvSpPr/>
      </dsp:nvSpPr>
      <dsp:spPr>
        <a:xfrm>
          <a:off x="4110831" y="2311804"/>
          <a:ext cx="2373312" cy="864319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alpha val="90000"/>
              <a:hueOff val="0"/>
              <a:satOff val="0"/>
              <a:lumOff val="0"/>
              <a:alphaOff val="-4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2500" kern="1200" dirty="0"/>
            <a:t>Network</a:t>
          </a:r>
        </a:p>
      </dsp:txBody>
      <dsp:txXfrm>
        <a:off x="4153024" y="2353997"/>
        <a:ext cx="2288926" cy="7799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1:49:12.1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1050 95 24575,'-11'-8'0,"-1"-3"0,-4 2 0,3-2 0,2 3 0,0 3 0,2-2 0,-3 3 0,1-4 0,2 0 0,-2 4 0,6-3 0,-2 6 0,3-3 0,-4 4 0,0 0 0,-10 0 0,4 0 0,-14 0 0,-7 0 0,-10 0 0,-11 0 0,12 0 0,9 0 0,16 0 0,8 0 0,-1 0 0,-6 0 0,4 0 0,-7 0 0,8 4 0,-3-4 0,1 4 0,6-1 0,-2-2 0,7 3 0,-4-4 0,0 0 0,0 0 0,0 0 0,4 3 0,-3-2 0,2 2 0,-2 1 0,-5-3 0,3 6 0,-6-3 0,-26 15 0,18-9 0,-23 9 0,31-11 0,-1 0 0,3 0 0,-1-1 0,1 1 0,4 0 0,-1-4 0,6 3 0,-1-3 0,-2 1 0,3 5 0,-1-5 0,-2 3 0,6-1 0,-2-3 0,-1 4 0,3 0 0,-2 0 0,3 0 0,-4-1 0,4 1 0,-4 0 0,1 0 0,2-1 0,-3 1 0,4 0 0,-3-4 0,2 3 0,-3-3 0,1 4 0,2 0 0,-6 0 0,2 0 0,1-1 0,-3 5 0,6-4 0,-6 4 0,6-5 0,-6-2 0,6 2 0,-6-3 0,3 4 0,-1 0 0,-2-1 0,3 5 0,-4-4 0,4 7 0,0-6 0,1 2 0,2-3 0,-3 3 0,4-2 0,0 2 0,0-3 0,0 0 0,0-1 0,0 1 0,0 0 0,0 0 0,0-1 0,4 1 0,-3 0 0,6 0 0,-7 0 0,7-1 0,-6 1 0,3 0 0,-1 0 0,-2-1 0,6 5 0,-3 0 0,4 0 0,0 3 0,-4-6 0,3 2 0,-3-3 0,1-1 0,2 1 0,-7 0 0,7 3 0,-6 1 0,6 1 0,-6-2 0,2-3 0,-3-1 0,0 1 0,4 0 0,-3 0 0,2 0 0,-3 3 0,0 1 0,0 4 0,0-4 0,0 3 0,4-7 0,-4 4 0,7-5 0,-6 1 0,6 0 0,-6 3 0,2-2 0,1 2 0,0-3 0,1 3 0,5-2 0,-4 12 0,9-7 0,-2 8 0,3-7 0,0 1 0,-1-4 0,7 5 0,2-2 0,6 0 0,-7-1 0,6-5 0,-15-4 0,7-1 0,-16 0 0,5-4 0,-5 4 0,2-4 0,1 0 0,0 0 0,3 0 0,1 3 0,4 2 0,6-1 0,2 4 0,-1-7 0,-1 7 0,0-7 0,-4 2 0,10-3 0,-5 5 0,1-4 0,4 3 0,-10-4 0,4 0 0,-7 0 0,-3 0 0,0 0 0,-4 0 0,-4-3 0,6-2 0,-5-3 0,7 0 0,-4 4 0,-1-3 0,1 3 0,0-8 0,0 3 0,-1-6 0,1 7 0,0-7 0,0 6 0,0-3 0,-1 5 0,1-1 0,0-4 0,0 3 0,-1-2 0,1 3 0,0 0 0,0 0 0,0 0 0,-1 0 0,1 4 0,0-3 0,0 3 0,-1-1 0,1-2 0,0 3 0,0-4 0,3 0 0,-2 0 0,2 0 0,-3 0 0,0 0 0,-1 0 0,1-3 0,0-1 0,3-4 0,-6 0 0,6 0 0,-7 4 0,0-3 0,3 6 0,-6-2 0,3 3 0,-4 0 0,0 0 0,3-3 0,-2 2 0,2-6 0,1 3 0,-3-1 0,2-8 0,1 7 0,-3-8 0,2 0 0,0 4 0,-2-10 0,3 11 0,-4-6 0,3 8 0,-2-1 0,3 0 0,-4 0 0,0 0 0,0 1 0,0-1 0,0 3 0,0 2 0,0 3 0,0 0 0,0 0 0,0-3 0,-4 2 0,0-2 0,-1 3 0,-2 0 0,3 0 0,-1 0 0,-2-3 0,3 2 0,-4-3 0,4 4 0,-3 4 0,6-3 0,-6 6 0,2-6 0,-3-1 0,1 3 0,2-6 0,-2 10 0,6-6 0,-6 3 0,6-4 0,-6-3 0,6 2 0,-2-3 0,-1 5 0,4-1 0,-4 0 0,4 0 0,-4 0 0,4 0 0,-4 0 0,4 0 0,-3 0 0,2 0 0,-6 0 0,2 1 0,1-1 0,-3 0 0,6 3 0,-3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1:47:25.1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388 47 24575,'77'0'0,"0"0"0,1 0 0,3 0 0,7 0 0,-3 0 0,-14 0 0,-14 0 0,0 0-1933,23 2 0,11 2 0,-8-1 1933,-11-2 0,-4 0 0,1 4 0,4 0-90,-4-2 0,5 1 1,-8-2 89,-11-1 0,1 1 0,15 1 0,9 1 0,-7-2 0,-12-2 0,0 0 0,14 3 0,9 1 0,-8-1 0,-12-2 0,-3 0 0,26 4 0,3 0 0,1-4 0,-4-2-396,-20 1 1,2 0 395,12 0 0,9 0 0,-11 0 0,-15 0 0,-2 0 0,24 0 0,2 0-480,-15 0 0,-4 0 480,-14 0 0,-2 0 0,11 0 0,0 0 0,-11 0 0,-4 0 0,16 0 929,-15 0 1,2 0-930,18 0 0,-2 0 0,3 0 0,26 7 0,-25-6 0,7 0 0,11 7 0,-1 1 0,-25-4 0,0 0 276,28 0 1,-6 1-277,-4 9 0,-15-14 2307,24 14-2307,-38-13 0,23 11 0,1 1 0,0 2-956,15 1 0,6 1 956,-30-7 0,1-1 0,-3-2 0,5-1 0,-5 0-431,4 2 1,-3-1 430,-2-7 0,4 0 0,-4 5 0,5 1 0,-5-2 0,-1-3 0,0-1 0,32 8 0,-3 0 0,3-7 227,-15 6-227,-13-8 28,-24 0-28,-3 0 3104,-11 0-3104,35-8 0,-2 6 0,8-6 1627,-5 1-1627,-34 6 887,21-12-887,-20 12 0,9-10 0,-13 10 0,16-4 0,-11 5 0,4 0 0,-9 0 0,6-6 0,9 5 0,0-6 0,-2 7 0,-1 0 0,-14 0 0,13 0 0,-17 0 0,7 0 0,0 0 0,0 0 0,11 0 0,3-6 0,1 5 0,-4-6 0,-17 7 0,-6 0 0,-3 0 0,-6 0 0,2 0 0,0 0 0,-2 0 0,12 0 0,-7 4 0,14-3 0,-4 6 0,19 3 0,-16 0 0,8 0 0,-19-3 0,-4-6 0,9 7 0,-7-7 0,8 7 0,0-7 0,-5 6 0,11-7 0,-10 7 0,0-6 0,-3 6 0,-3-3 0,4 1 0,-4 2 0,3-3 0,-7 0 0,4 3 0,-4-6 0,-4 6 0,-1-3 0,-3 8 0,0 6 0,0 6 0,0 6 0,-4-1 0,-1-5 0,-4-2 0,5-6 0,-3-4 0,6-1 0,-2-3 0,-1 0 0,3 0 0,-6 3 0,3 1 0,-4 4 0,-6 6 0,2-5 0,-18 17 0,10-10 0,-15 7 0,16-8 0,-3-6 0,6-5 0,4 0 0,-3-4 0,10-1 0,-6-2 0,7-2 0,-1 1 0,-2-4 0,3 4 0,-4-4 0,-3 0 0,-2 0 0,-9 4 0,-2-3 0,-6 4 0,-34 3 0,25-6 0,-25 10 0,11-4 0,17-1 0,-11 3 0,19-4 0,-7-2 0,8 4 0,-3-7 0,15 2 0,-15 3 0,3-4 0,-8 8 0,13-9 0,6 5 0,-29 10 0,15-9 0,-23 12 0,-11-10 0,25-3 0,-19 2 0,30-8 0,-19 0 0,17 0 0,-21 0 0,34 0 0,-12 0 0,-6 0 0,2 5 0,-20-4 0,-16 9 0,7-2 0,-19 0 0,13-2 0,10 0 0,-10-4 0,12 4 0,0-6 0,-11 0 0,20 0 0,-43 0 0,51 0 0,-39 0 0,45 0 0,-20 0 0,20 0 0,-33 0 0,30 0 0,-19 0 0,25 4 0,6-3 0,-4 4 0,4-1 0,-18-3 0,-4 8 0,-10-8 0,10 8 0,10-8 0,8 8 0,4-8 0,-6 8 0,0-8 0,6 7 0,2-7 0,6 2 0,-6-3 0,5 0 0,-5 0 0,6 0 0,0 4 0,-6-4 0,5 4 0,-23-4 0,13 4 0,-26-3 0,9 4 0,-24-5 0,-2 7 0,-12-5 0,0 5 0,1 0 0,10-5 0,4 5 0,22-7 0,4 0 0,17 0 0,-4 0 0,10 0 0,-10 0 0,10 0 0,-4 0 0,0 0 0,-2 0 0,-17 0 0,-15 0 0,-14 0 0,18 0 0,-1 0 0,-35 0 0,29 0 0,2 0 0,-16 0 0,-6 0 0,23 0 0,12 0 0,2 0 0,12 0 0,6 0 0,-4-4 0,4 3 0,-17-4 0,-4 5 0,-22 0 0,-3 0 0,-12 0 0,11 0 0,-7 0 0,19-6 0,-9 4 0,12-4 0,18 6 0,-2 0 0,17 0 0,-1 0 0,-5 0 0,16 0 0,-9 0 0,14 0 0,-7-3 0,2 2 0,-3-6 0,4 6 0,-3-6 0,6 6 0,-2-6 0,0 6 0,-31-17 0,12 14 0,-16-10 0,24 10 0,-24 3 0,17-2 0,-18 3 0,-4 0 0,21-5 0,-23 4 0,30-3 0,-40 4 0,30 0 0,-25-4 0,36 3 0,6-2 0,-17 3 0,12-4 0,-12 4 0,17-4 0,0 4 0,-6 0 0,8 0 0,-7 0 0,2 0 0,2 0 0,-5 0 0,-8 0 0,11 0 0,-16 0 0,-23 0 0,25-3 0,-30 2 0,40-3 0,-7 0 0,-7 3 0,5-4 0,-5 5 0,7-4 0,0 2 0,-12-2 0,9 4 0,-20 0 0,-5 0 0,11 0 0,-20 0 0,34 0 0,-54 0 0,52 0 0,-34 0 0,47 0 0,8 0 0,-7 0 0,9 0 0,-1-4 0,2 4 0,3-4 0,0 4 0,0 0 0,0 0 0,0 0 0,0 0 0,1-3 0,-5 2 0,0-3 0,-4 1 0,0 2 0,0-6 0,4 6 0,-3-6 0,3 6 0,-4-3 0,0 1 0,-6 2 0,8-2 0,-7 3 0,9 0 0,-1-4 0,-2 3 0,3-6 0,-4 6 0,0-6 0,-6 2 0,5-3 0,-12-2 0,12 2 0,-11 2 0,10-1 0,0 6 0,3-6 0,-4 2 0,-5 0 0,1-3 0,4 8 0,7-4 0,5 4 0,-1 0 0,3-3 0,-2 2 0,-1-6 0,-45-18 0,21 11 0,-26-11 0,36 17 0,-12 1 0,14-2 0,-10 2 0,18 0 0,4 6 0,4-6 0,-3 6 0,6-6 0,-6 3 0,6-4 0,-6 0 0,3 0 0,-4 0 0,3 0 0,-2-3 0,-12-13 0,7 5 0,-11-8 0,12 11 0,2 0 0,-6 4 0,3-3 0,-1 6 0,2-2 0,-1 3 0,4 0 0,-4 0 0,4 4 0,4-4 0,-3 8 0,6-7 0,-6 2 0,6-3 0,-6 0 0,6 0 0,-6-3 0,6 2 0,-2-2 0,-1 3 0,3 0 0,-2 0 0,3 0 0,-4-3 0,3 2 0,-2-6 0,3 6 0,0-2 0,0 3 0,0 0 0,0 0 0,3 4 0,-2-3 0,6 6 0,-6-6 0,6 6 0,-6-6 0,6 2 0,-3-3 0,4 1 0,0-1 0,-1 0 0,-2 0 0,2 0 0,-3 0 0,4 0 0,-4 0 0,3 4 0,-6-3 0,6 6 0,-3-6 0,4 6 0,0-6 0,3 3 0,1-1 0,4-2 0,-1 6 0,-2-6 0,1 6 0,-5-6 0,2 6 0,-3-6 0,3 7 0,2-8 0,-1 8 0,-1-7 0,-3 6 0,0-3 0,-4 1 0,3 2 0,-6-6 0,6 6 0,-3-10 0,7 6 0,-2-6 0,2 3 0,-3 0 0,0 0 0,-4 0 0,-1 0 0,-3 0 0,0 0 0,0 0 0,0 0 0,4 1 0,-3-5 0,2 3 0,1-2 0,-3 3 0,5 4 0,-5-3 0,6 6 0,-2-6 0,2 6 0,1-6 0,0 6 0,0-6 0,3 2 0,-2-2 0,2 2 0,-3-2 0,-4 6 0,-1-2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1T11:47:38.8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7503 60 24575,'-16'0'0,"0"0"0,4 0 0,-9 0 0,-47 0 0,14 0 0,2 0 0,1 0 0,10 0 0,-34 0 0,34 0 0,-8 0 0,-3 0 0,14 0 0,0 0 0,-14-6 0,36 4 0,-23-8 0,25 9 0,-15-4 0,15 5 0,-13 0 0,13 0 0,-26 0 0,20 0 0,-14 0 0,-11 0 0,22 0 0,-52 0 0,45 0 0,-46 0 0,46 0 0,-15 0 0,11 0 0,14 0 0,-14 0 0,18 0 0,-24 0 0,21 0 0,-21 0 0,31 0 0,-23 0 0,18-3 0,-18 2 0,19-3 0,1 4 0,-3 0 0,-11-4 0,11 3 0,-10-4 0,14 5 0,2 0 0,-3 0 0,1 0 0,-8 0 0,2 0 0,-5 0 0,10 0 0,0 0 0,4 0 0,0 0 0,-3 0 0,-1 0 0,-4 0 0,0 0 0,-7 0 0,5 0 0,-4 0 0,9 0 0,-2 0 0,7 0 0,-7 0 0,2 0 0,1 0 0,-3 0 0,3 0 0,-1 0 0,-1 0 0,5 0 0,-3 0 0,1-3 0,2 2 0,-6-3 0,3 4 0,0 0 0,-3 0 0,2 0 0,-3 0 0,1 0 0,-1 0 0,0 0 0,0 0 0,0 0 0,1 0 0,2 0 0,-2 4 0,7-3 0,-4 2 0,1-3 0,2 0 0,-6 0 0,3 0 0,-4 0 0,4 0 0,-3 0 0,6 0 0,-6 0 0,3 0 0,-1 0 0,-2 0 0,6 0 0,-5 0 0,1 0 0,1 0 0,-3 0 0,3 0 0,-4 0 0,0 0 0,0 0 0,0 0 0,1 0 0,-8 0 0,6 0 0,-5 0 0,0 0 0,-2 0 0,-6 0 0,6 0 0,-4 0 0,4 0 0,0 0 0,-4 0 0,11 0 0,-12-4 0,5 2 0,-6-2 0,0 4 0,7 0 0,-6 0 0,5 0 0,1 0 0,-6 0 0,12 0 0,-5 0 0,9 0 0,2 0 0,3 0 0,0-4 0,0 4 0,-9-4 0,3 4 0,-15 0 0,5 0 0,-6 0 0,0 0 0,0 0 0,0 0 0,0 0 0,-11 0 0,14 0 0,-13 0 0,16 0 0,-6 0 0,0 0 0,7 0 0,1 0 0,6 0 0,0 0 0,0 0 0,4 0 0,-3 0 0,3 0 0,-4 0 0,0 3 0,0-2 0,-6 3 0,-13 2 0,2-4 0,-20 4 0,8-6 0,-11 0 0,1 0 0,-1 0 0,11 0 0,-8 0 0,20 0 0,-8 0 0,11 0 0,-12 0 0,-2 0 0,-24 0 0,-2 0 0,-12 0 0,0 0 0,1 0 0,-1 0 0,12 0 0,-9 0 0,-3 0 0,-3 0 0,4 0 0,25 0 0,20 0 0,18 0 0,3 0 0,6 0 0,-12 0 0,-11 0 0,-12 6 0,-35-4 0,-6 12 0,27-9 0,-3 0 0,-5 0 0,-2 0 0,1 0 0,-2-1 0,-10-4 0,1 0 0,14 0 0,3 0 0,0 0 0,2 0 0,6 0 0,1 0 0,-32 0 0,-9 0 0,22 0 0,15 0 0,3 0 0,30 0 0,-6 0 0,21 0 0,0 0 0,0 0 0,0 0 0,-3 0 0,-1 0 0,-4 0 0,0 0 0,0 0 0,0 0 0,1 0 0,2 0 0,-2 0 0,7 0 0,-4 0 0,4 0 0,0 0 0,0 0 0,0 0 0,1 0 0,-1 0 0,0 3 0,0-2 0,-4 2 0,4-3 0,-4 0 0,1 0 0,2 0 0,1 4 0,1-3 0,3 6 0,-4-3 0,0 4 0,0-1 0,0-2 0,0 2 0,0-3 0,0 4 0,0-4 0,4 3 0,-3-6 0,3 6 0,-4-6 0,0 6 0,0-3 0,-4 0 0,4 3 0,0-3 0,1 1 0,2 2 0,1-3 0,-3 4 0,6 0 0,-3-1 0,4 1 0,0 0 0,0 3 0,0 8 0,0-2 0,0 11 0,0-4 0,0-4 0,0 1 0,0-12 0,0 2 0,0-3 0,0 0 0,0-1 0,0 1 0,0 3 0,0-2 0,0 2 0,4-3 0,-3 0 0,6 0 0,-6-1 0,2 1 0,0-3 0,-2 1 0,6-5 0,-2 6 0,2-2 0,1 2 0,0 1 0,0 3 0,-1-2 0,1 2 0,3-3 0,-2 0 0,6 0 0,-6-1 0,2 1 0,-3 0 0,3 0 0,-2 0 0,2-1 0,-3 1 0,-1-4 0,5 3 0,0-2 0,4 2 0,-1-2 0,1 2 0,0-6 0,6 6 0,1-6 0,7 8 0,0-8 0,23 4 0,17-5 0,26 0 0,-42 0 0,-1 0 0,43-7 0,-3 5 0,-11-6 0,-23 8 0,-13 0 0,-17 0 0,-12 0 0,5 4 0,0-3 0,-5 2 0,23-3 0,-14 0 0,27 0 0,-8 0 0,22 0 0,15 0 0,13 0 0,-41 0 0,0 0 0,0 0 0,-1 0 0,1 4 0,0 0 0,42-2 0,-15 6 0,-13-8 0,-24 0 0,-3 0 0,-17 0 0,4 0 0,7 0 0,21 0 0,14 0 0,12 0 0,-12 0 0,9-7 0,-21 5 0,21-5 0,-9 7 0,12-8 0,11 7 0,-8-7 0,8 8 0,-23 0 0,-3 0 0,-23 0 0,-9 0 0,-13 4 0,0-3 0,14 2 0,31 5 0,6-6 0,20 13 0,-11-13 0,-1 12 0,-11-6 0,-2 1 0,-13 4 0,-10-12 0,-4 10 0,-11-10 0,0 3 0,0-4 0,0 0 0,0 0 0,-1 0 0,1 5 0,12-4 0,-16 3 0,14-4 0,-23 0 0,12 0 0,-6 0 0,7 0 0,0 0 0,0 0 0,0 0 0,11 0 0,-8 0 0,20 0 0,-9 0 0,0 0 0,9 0 0,-20 0 0,20 0 0,-20 0 0,8 0 0,1 6 0,-10-4 0,21 10 0,-8-10 0,10 4 0,1 0 0,-12-4 0,9 4 0,-8-6 0,10 0 0,-10 4 0,7-3 0,-19 4 0,20-5 0,-20 0 0,20 0 0,-9 0 0,12 0 0,11 0 0,3 0 0,12 0 0,0 0 0,-1 0 0,1-7 0,-12 5 0,9-5 0,-32 7 0,17 0 0,-31 0 0,9 0 0,-1 0 0,-8 0 0,8 0 0,-11 0 0,11 0 0,4 0 0,-1 0 0,9 0 0,-20 0 0,8 0 0,-11 0 0,-6 0 0,15 0 0,-1 0 0,30 0 0,-10 0 0,21 0 0,-20 0 0,20 0 0,-32 0 0,6 0 0,-24 0 0,-5 0 0,16 0 0,-14 0 0,27-7 0,-8 6 0,-1-10 0,-9 6 0,-13 0 0,-6-2 0,-4 6 0,-1-2 0,-3 3 0,0-4 0,-1 3 0,1-6 0,0 6 0,3-6 0,1-1 0,1 0 0,1-4 0,-8 1 0,4-2 0,-6-2 0,1-1 0,-2-6 0,-3 4 0,0-4 0,-3 6 0,2 0 0,-6 1 0,6-1 0,-3 0 0,1 4 0,2-3 0,-3 6 0,4-2 0,-3-1 0,2 3 0,-3-2 0,4 3 0,-3 4 0,2-3 0,-6 2 0,6-3 0,-6 0 0,3 0 0,-1 0 0,-2 4 0,6-3 0,-6 3 0,3-4 0,-4 0 0,0 0 0,0 4 0,4-3 0,-3 6 0,2-6 0,-2 6 0,-1-3 0,-4 1 0,3 2 0,-12-7 0,7 7 0,-8-7 0,6 7 0,-6-7 0,8 3 0,-3 0 0,9 1 0,0 1 0,-4-2 0,0 1 0,-7-6 0,5 4 0,-1-2 0,8 1 0,-1 3 0,0-1 0,3-2 0,-2 3 0,3 0 0,-4-3 0,-3 2 0,-2-3 0,1 4 0,1-3 0,-1 3 0,3-1 0,-6 2 0,7-1 0,-4 3 0,4-2 0,0-1 0,0 3 0,1-6 0,-1 6 0,0-6 0,0 3 0,-4 0 0,4-3 0,-4 2 0,4-3 0,0 4 0,0-3 0,1 2 0,-1 1 0,3-3 0,-2 6 0,3-2 0,-8 3 0,0 0 0,-4-4 0,0 3 0,1-6 0,-1 6 0,0-2 0,4-1 0,0 3 0,4-2 0,4-1 0,-3 3 0,6-6 0,-3 3 0,1 0 0,2-3 0,-2 6 0,3-3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7F2FEC-0B01-D14A-8877-D01CF78E6BE3}" type="datetimeFigureOut">
              <a:rPr lang="pl-PL" smtClean="0"/>
              <a:t>18.04.2026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40D1C7-67E5-004D-A052-650D2F52878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503793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B0F7D69-D93C-4C38-A23D-76E000D691CD}"/>
              </a:ext>
            </a:extLst>
          </p:cNvPr>
          <p:cNvSpPr/>
          <p:nvPr/>
        </p:nvSpPr>
        <p:spPr>
          <a:xfrm>
            <a:off x="0" y="0"/>
            <a:ext cx="3496422" cy="6858000"/>
          </a:xfrm>
          <a:custGeom>
            <a:avLst/>
            <a:gdLst>
              <a:gd name="connsiteX0" fmla="*/ 0 w 3496422"/>
              <a:gd name="connsiteY0" fmla="*/ 0 h 6858000"/>
              <a:gd name="connsiteX1" fmla="*/ 1873399 w 3496422"/>
              <a:gd name="connsiteY1" fmla="*/ 0 h 6858000"/>
              <a:gd name="connsiteX2" fmla="*/ 1895523 w 3496422"/>
              <a:gd name="connsiteY2" fmla="*/ 14997 h 6858000"/>
              <a:gd name="connsiteX3" fmla="*/ 3496422 w 3496422"/>
              <a:gd name="connsiteY3" fmla="*/ 3621656 h 6858000"/>
              <a:gd name="connsiteX4" fmla="*/ 1622072 w 3496422"/>
              <a:gd name="connsiteY4" fmla="*/ 6374814 h 6858000"/>
              <a:gd name="connsiteX5" fmla="*/ 1105424 w 3496422"/>
              <a:gd name="connsiteY5" fmla="*/ 6780599 h 6858000"/>
              <a:gd name="connsiteX6" fmla="*/ 993668 w 3496422"/>
              <a:gd name="connsiteY6" fmla="*/ 6858000 h 6858000"/>
              <a:gd name="connsiteX7" fmla="*/ 0 w 349642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54295" y="1346268"/>
            <a:ext cx="7060135" cy="3285207"/>
          </a:xfrm>
        </p:spPr>
        <p:txBody>
          <a:bodyPr anchor="b">
            <a:noAutofit/>
          </a:bodyPr>
          <a:lstStyle>
            <a:lvl1pPr algn="l">
              <a:lnSpc>
                <a:spcPct val="120000"/>
              </a:lnSpc>
              <a:defRPr sz="5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2312" y="4631475"/>
            <a:ext cx="7052117" cy="1150200"/>
          </a:xfrm>
        </p:spPr>
        <p:txBody>
          <a:bodyPr lIns="109728" tIns="109728" rIns="109728" bIns="91440" anchor="t">
            <a:normAutofit/>
          </a:bodyPr>
          <a:lstStyle>
            <a:lvl1pPr marL="0" indent="0" algn="l">
              <a:lnSpc>
                <a:spcPct val="130000"/>
              </a:lnSpc>
              <a:buNone/>
              <a:defRPr sz="2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23E5C65-E22A-4865-9449-10140D62B6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54295" y="617415"/>
            <a:ext cx="7123723" cy="457200"/>
          </a:xfrm>
        </p:spPr>
        <p:txBody>
          <a:bodyPr/>
          <a:lstStyle>
            <a:lvl1pPr algn="l">
              <a:defRPr/>
            </a:lvl1pPr>
          </a:lstStyle>
          <a:p>
            <a:fld id="{12241623-A064-4BED-B073-BA4D61433402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EF9C3DE0-E7F5-4B4D-B5AF-CDE724CE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5" y="6170490"/>
            <a:ext cx="5588349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48C1E146-840A-4217-B63E-62E5CF890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170490"/>
            <a:ext cx="1198829" cy="457200"/>
          </a:xfrm>
        </p:spPr>
        <p:txBody>
          <a:bodyPr/>
          <a:lstStyle>
            <a:lvl1pPr algn="r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D419D4-EA9D-42D9-BF62-B07F0B7B672B}"/>
              </a:ext>
            </a:extLst>
          </p:cNvPr>
          <p:cNvSpPr/>
          <p:nvPr/>
        </p:nvSpPr>
        <p:spPr>
          <a:xfrm>
            <a:off x="1375409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C6FEC9B-9608-4181-A9E5-A1B80E72021C}"/>
              </a:ext>
            </a:extLst>
          </p:cNvPr>
          <p:cNvSpPr/>
          <p:nvPr/>
        </p:nvSpPr>
        <p:spPr>
          <a:xfrm>
            <a:off x="1155402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B1564ED-F26F-451D-97D6-A6EC3E83FD55}"/>
              </a:ext>
            </a:extLst>
          </p:cNvPr>
          <p:cNvSpPr/>
          <p:nvPr/>
        </p:nvSpPr>
        <p:spPr>
          <a:xfrm>
            <a:off x="924161" y="0"/>
            <a:ext cx="2261351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2504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923EF53-7767-4C94-BEF6-D45292794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3E5F3-28EE-488F-BD53-B744C06C3DEC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CF12700-F905-4CFA-970C-C81E05A6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A1B1EE2-BCA3-432B-A32D-B04C7F1DD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6611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84A89F5-6982-40AE-8108-88B93E85C8FF}"/>
              </a:ext>
            </a:extLst>
          </p:cNvPr>
          <p:cNvGrpSpPr/>
          <p:nvPr/>
        </p:nvGrpSpPr>
        <p:grpSpPr>
          <a:xfrm>
            <a:off x="3124577" y="0"/>
            <a:ext cx="4389519" cy="2916937"/>
            <a:chOff x="3124577" y="0"/>
            <a:chExt cx="4389519" cy="2916937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80BED93-E30B-4492-A268-84C33CA4F067}"/>
                </a:ext>
              </a:extLst>
            </p:cNvPr>
            <p:cNvSpPr/>
            <p:nvPr/>
          </p:nvSpPr>
          <p:spPr>
            <a:xfrm>
              <a:off x="3320637" y="0"/>
              <a:ext cx="4013331" cy="2742133"/>
            </a:xfrm>
            <a:custGeom>
              <a:avLst/>
              <a:gdLst>
                <a:gd name="connsiteX0" fmla="*/ 294151 w 4013331"/>
                <a:gd name="connsiteY0" fmla="*/ 0 h 2742133"/>
                <a:gd name="connsiteX1" fmla="*/ 3844057 w 4013331"/>
                <a:gd name="connsiteY1" fmla="*/ 0 h 2742133"/>
                <a:gd name="connsiteX2" fmla="*/ 3892490 w 4013331"/>
                <a:gd name="connsiteY2" fmla="*/ 131440 h 2742133"/>
                <a:gd name="connsiteX3" fmla="*/ 4013331 w 4013331"/>
                <a:gd name="connsiteY3" fmla="*/ 941251 h 2742133"/>
                <a:gd name="connsiteX4" fmla="*/ 3804827 w 4013331"/>
                <a:gd name="connsiteY4" fmla="*/ 1540292 h 2742133"/>
                <a:gd name="connsiteX5" fmla="*/ 3187498 w 4013331"/>
                <a:gd name="connsiteY5" fmla="*/ 2098087 h 2742133"/>
                <a:gd name="connsiteX6" fmla="*/ 3051769 w 4013331"/>
                <a:gd name="connsiteY6" fmla="*/ 2204787 h 2742133"/>
                <a:gd name="connsiteX7" fmla="*/ 1936476 w 4013331"/>
                <a:gd name="connsiteY7" fmla="*/ 2742133 h 2742133"/>
                <a:gd name="connsiteX8" fmla="*/ 467303 w 4013331"/>
                <a:gd name="connsiteY8" fmla="*/ 1868695 h 2742133"/>
                <a:gd name="connsiteX9" fmla="*/ 310732 w 4013331"/>
                <a:gd name="connsiteY9" fmla="*/ 1645244 h 2742133"/>
                <a:gd name="connsiteX10" fmla="*/ 0 w 4013331"/>
                <a:gd name="connsiteY10" fmla="*/ 941251 h 2742133"/>
                <a:gd name="connsiteX11" fmla="*/ 187749 w 4013331"/>
                <a:gd name="connsiteY11" fmla="*/ 183076 h 2742133"/>
                <a:gd name="connsiteX12" fmla="*/ 288888 w 4013331"/>
                <a:gd name="connsiteY12" fmla="*/ 7329 h 2742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013331" h="2742133">
                  <a:moveTo>
                    <a:pt x="294151" y="0"/>
                  </a:moveTo>
                  <a:lnTo>
                    <a:pt x="3844057" y="0"/>
                  </a:lnTo>
                  <a:lnTo>
                    <a:pt x="3892490" y="131440"/>
                  </a:lnTo>
                  <a:cubicBezTo>
                    <a:pt x="3971777" y="378867"/>
                    <a:pt x="4013331" y="652783"/>
                    <a:pt x="4013331" y="941251"/>
                  </a:cubicBezTo>
                  <a:cubicBezTo>
                    <a:pt x="4013331" y="1171430"/>
                    <a:pt x="3948997" y="1356167"/>
                    <a:pt x="3804827" y="1540292"/>
                  </a:cubicBezTo>
                  <a:cubicBezTo>
                    <a:pt x="3654026" y="1732895"/>
                    <a:pt x="3427436" y="1910292"/>
                    <a:pt x="3187498" y="2098087"/>
                  </a:cubicBezTo>
                  <a:cubicBezTo>
                    <a:pt x="3143231" y="2132693"/>
                    <a:pt x="3097499" y="2168522"/>
                    <a:pt x="3051769" y="2204787"/>
                  </a:cubicBezTo>
                  <a:cubicBezTo>
                    <a:pt x="2642425" y="2529345"/>
                    <a:pt x="2343664" y="2742133"/>
                    <a:pt x="1936476" y="2742133"/>
                  </a:cubicBezTo>
                  <a:cubicBezTo>
                    <a:pt x="1316045" y="2742133"/>
                    <a:pt x="876647" y="2480932"/>
                    <a:pt x="467303" y="1868695"/>
                  </a:cubicBezTo>
                  <a:cubicBezTo>
                    <a:pt x="413736" y="1788559"/>
                    <a:pt x="361372" y="1715679"/>
                    <a:pt x="310732" y="1645244"/>
                  </a:cubicBezTo>
                  <a:cubicBezTo>
                    <a:pt x="100850" y="1353195"/>
                    <a:pt x="0" y="1201315"/>
                    <a:pt x="0" y="941251"/>
                  </a:cubicBezTo>
                  <a:cubicBezTo>
                    <a:pt x="0" y="683021"/>
                    <a:pt x="63214" y="427935"/>
                    <a:pt x="187749" y="183076"/>
                  </a:cubicBezTo>
                  <a:cubicBezTo>
                    <a:pt x="218215" y="123194"/>
                    <a:pt x="251953" y="64578"/>
                    <a:pt x="288888" y="7329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65F60C1-CD8B-4326-9B24-3D197CF382A6}"/>
                </a:ext>
              </a:extLst>
            </p:cNvPr>
            <p:cNvSpPr/>
            <p:nvPr/>
          </p:nvSpPr>
          <p:spPr>
            <a:xfrm>
              <a:off x="3566319" y="0"/>
              <a:ext cx="3401415" cy="2440484"/>
            </a:xfrm>
            <a:custGeom>
              <a:avLst/>
              <a:gdLst>
                <a:gd name="connsiteX0" fmla="*/ 332917 w 3401415"/>
                <a:gd name="connsiteY0" fmla="*/ 0 h 2440484"/>
                <a:gd name="connsiteX1" fmla="*/ 3207137 w 3401415"/>
                <a:gd name="connsiteY1" fmla="*/ 0 h 2440484"/>
                <a:gd name="connsiteX2" fmla="*/ 3242654 w 3401415"/>
                <a:gd name="connsiteY2" fmla="*/ 74937 h 2440484"/>
                <a:gd name="connsiteX3" fmla="*/ 3401415 w 3401415"/>
                <a:gd name="connsiteY3" fmla="*/ 914184 h 2440484"/>
                <a:gd name="connsiteX4" fmla="*/ 3224702 w 3401415"/>
                <a:gd name="connsiteY4" fmla="*/ 1421888 h 2440484"/>
                <a:gd name="connsiteX5" fmla="*/ 2701498 w 3401415"/>
                <a:gd name="connsiteY5" fmla="*/ 1894635 h 2440484"/>
                <a:gd name="connsiteX6" fmla="*/ 2586463 w 3401415"/>
                <a:gd name="connsiteY6" fmla="*/ 1985068 h 2440484"/>
                <a:gd name="connsiteX7" fmla="*/ 1641219 w 3401415"/>
                <a:gd name="connsiteY7" fmla="*/ 2440484 h 2440484"/>
                <a:gd name="connsiteX8" fmla="*/ 396053 w 3401415"/>
                <a:gd name="connsiteY8" fmla="*/ 1700219 h 2440484"/>
                <a:gd name="connsiteX9" fmla="*/ 263354 w 3401415"/>
                <a:gd name="connsiteY9" fmla="*/ 1510839 h 2440484"/>
                <a:gd name="connsiteX10" fmla="*/ 0 w 3401415"/>
                <a:gd name="connsiteY10" fmla="*/ 914184 h 2440484"/>
                <a:gd name="connsiteX11" fmla="*/ 159122 w 3401415"/>
                <a:gd name="connsiteY11" fmla="*/ 271610 h 2440484"/>
                <a:gd name="connsiteX12" fmla="*/ 244841 w 3401415"/>
                <a:gd name="connsiteY12" fmla="*/ 122658 h 244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401415" h="2440484">
                  <a:moveTo>
                    <a:pt x="332917" y="0"/>
                  </a:moveTo>
                  <a:lnTo>
                    <a:pt x="3207137" y="0"/>
                  </a:lnTo>
                  <a:lnTo>
                    <a:pt x="3242654" y="74937"/>
                  </a:lnTo>
                  <a:cubicBezTo>
                    <a:pt x="3346386" y="322243"/>
                    <a:pt x="3401415" y="608579"/>
                    <a:pt x="3401415" y="914184"/>
                  </a:cubicBezTo>
                  <a:cubicBezTo>
                    <a:pt x="3401415" y="1109268"/>
                    <a:pt x="3346890" y="1265837"/>
                    <a:pt x="3224702" y="1421888"/>
                  </a:cubicBezTo>
                  <a:cubicBezTo>
                    <a:pt x="3096894" y="1585125"/>
                    <a:pt x="2904852" y="1735475"/>
                    <a:pt x="2701498" y="1894635"/>
                  </a:cubicBezTo>
                  <a:cubicBezTo>
                    <a:pt x="2663980" y="1923966"/>
                    <a:pt x="2625221" y="1954332"/>
                    <a:pt x="2586463" y="1985068"/>
                  </a:cubicBezTo>
                  <a:cubicBezTo>
                    <a:pt x="2239532" y="2260140"/>
                    <a:pt x="1986324" y="2440484"/>
                    <a:pt x="1641219" y="2440484"/>
                  </a:cubicBezTo>
                  <a:cubicBezTo>
                    <a:pt x="1115386" y="2440484"/>
                    <a:pt x="742984" y="2219109"/>
                    <a:pt x="396053" y="1700219"/>
                  </a:cubicBezTo>
                  <a:cubicBezTo>
                    <a:pt x="350653" y="1632303"/>
                    <a:pt x="306273" y="1570535"/>
                    <a:pt x="263354" y="1510839"/>
                  </a:cubicBezTo>
                  <a:cubicBezTo>
                    <a:pt x="85473" y="1263318"/>
                    <a:pt x="0" y="1134597"/>
                    <a:pt x="0" y="914184"/>
                  </a:cubicBezTo>
                  <a:cubicBezTo>
                    <a:pt x="0" y="695327"/>
                    <a:pt x="53576" y="479135"/>
                    <a:pt x="159122" y="271610"/>
                  </a:cubicBezTo>
                  <a:cubicBezTo>
                    <a:pt x="184943" y="220858"/>
                    <a:pt x="213538" y="171179"/>
                    <a:pt x="244841" y="122658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9511D06-104E-440E-8049-4CDCE4B87E96}"/>
                </a:ext>
              </a:extLst>
            </p:cNvPr>
            <p:cNvSpPr/>
            <p:nvPr/>
          </p:nvSpPr>
          <p:spPr>
            <a:xfrm>
              <a:off x="3232490" y="0"/>
              <a:ext cx="4164597" cy="2817185"/>
            </a:xfrm>
            <a:custGeom>
              <a:avLst/>
              <a:gdLst>
                <a:gd name="connsiteX0" fmla="*/ 237339 w 4130517"/>
                <a:gd name="connsiteY0" fmla="*/ 0 h 2806419"/>
                <a:gd name="connsiteX1" fmla="*/ 3997489 w 4130517"/>
                <a:gd name="connsiteY1" fmla="*/ 0 h 2806419"/>
                <a:gd name="connsiteX2" fmla="*/ 4006148 w 4130517"/>
                <a:gd name="connsiteY2" fmla="*/ 24333 h 2806419"/>
                <a:gd name="connsiteX3" fmla="*/ 4130517 w 4130517"/>
                <a:gd name="connsiteY3" fmla="*/ 887307 h 2806419"/>
                <a:gd name="connsiteX4" fmla="*/ 3915925 w 4130517"/>
                <a:gd name="connsiteY4" fmla="*/ 1525677 h 2806419"/>
                <a:gd name="connsiteX5" fmla="*/ 3280571 w 4130517"/>
                <a:gd name="connsiteY5" fmla="*/ 2120090 h 2806419"/>
                <a:gd name="connsiteX6" fmla="*/ 3140878 w 4130517"/>
                <a:gd name="connsiteY6" fmla="*/ 2233796 h 2806419"/>
                <a:gd name="connsiteX7" fmla="*/ 1993019 w 4130517"/>
                <a:gd name="connsiteY7" fmla="*/ 2806419 h 2806419"/>
                <a:gd name="connsiteX8" fmla="*/ 480948 w 4130517"/>
                <a:gd name="connsiteY8" fmla="*/ 1875638 h 2806419"/>
                <a:gd name="connsiteX9" fmla="*/ 319805 w 4130517"/>
                <a:gd name="connsiteY9" fmla="*/ 1637519 h 2806419"/>
                <a:gd name="connsiteX10" fmla="*/ 0 w 4130517"/>
                <a:gd name="connsiteY10" fmla="*/ 887307 h 2806419"/>
                <a:gd name="connsiteX11" fmla="*/ 193231 w 4130517"/>
                <a:gd name="connsiteY11" fmla="*/ 79360 h 280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130517" h="2806419">
                  <a:moveTo>
                    <a:pt x="237339" y="0"/>
                  </a:moveTo>
                  <a:lnTo>
                    <a:pt x="3997489" y="0"/>
                  </a:lnTo>
                  <a:lnTo>
                    <a:pt x="4006148" y="24333"/>
                  </a:lnTo>
                  <a:cubicBezTo>
                    <a:pt x="4087750" y="288004"/>
                    <a:pt x="4130517" y="579903"/>
                    <a:pt x="4130517" y="887307"/>
                  </a:cubicBezTo>
                  <a:cubicBezTo>
                    <a:pt x="4130517" y="1132599"/>
                    <a:pt x="4064304" y="1329464"/>
                    <a:pt x="3915925" y="1525677"/>
                  </a:cubicBezTo>
                  <a:cubicBezTo>
                    <a:pt x="3760721" y="1730924"/>
                    <a:pt x="3527514" y="1919967"/>
                    <a:pt x="3280571" y="2120090"/>
                  </a:cubicBezTo>
                  <a:cubicBezTo>
                    <a:pt x="3235011" y="2156968"/>
                    <a:pt x="3187944" y="2195151"/>
                    <a:pt x="3140878" y="2233796"/>
                  </a:cubicBezTo>
                  <a:cubicBezTo>
                    <a:pt x="2719582" y="2579662"/>
                    <a:pt x="2412097" y="2806419"/>
                    <a:pt x="1993019" y="2806419"/>
                  </a:cubicBezTo>
                  <a:cubicBezTo>
                    <a:pt x="1354472" y="2806419"/>
                    <a:pt x="902244" y="2528070"/>
                    <a:pt x="480948" y="1875638"/>
                  </a:cubicBezTo>
                  <a:cubicBezTo>
                    <a:pt x="425816" y="1790244"/>
                    <a:pt x="371924" y="1712578"/>
                    <a:pt x="319805" y="1637519"/>
                  </a:cubicBezTo>
                  <a:cubicBezTo>
                    <a:pt x="103795" y="1326296"/>
                    <a:pt x="0" y="1164446"/>
                    <a:pt x="0" y="887307"/>
                  </a:cubicBezTo>
                  <a:cubicBezTo>
                    <a:pt x="0" y="612125"/>
                    <a:pt x="65060" y="340293"/>
                    <a:pt x="193231" y="79360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64F6B39-7B0A-4839-9F52-1FFA2044F248}"/>
                </a:ext>
              </a:extLst>
            </p:cNvPr>
            <p:cNvSpPr/>
            <p:nvPr/>
          </p:nvSpPr>
          <p:spPr>
            <a:xfrm>
              <a:off x="3124577" y="0"/>
              <a:ext cx="4389519" cy="2916937"/>
            </a:xfrm>
            <a:custGeom>
              <a:avLst/>
              <a:gdLst>
                <a:gd name="connsiteX0" fmla="*/ 208215 w 4389519"/>
                <a:gd name="connsiteY0" fmla="*/ 0 h 2916937"/>
                <a:gd name="connsiteX1" fmla="*/ 4284014 w 4389519"/>
                <a:gd name="connsiteY1" fmla="*/ 0 h 2916937"/>
                <a:gd name="connsiteX2" fmla="*/ 4335794 w 4389519"/>
                <a:gd name="connsiteY2" fmla="*/ 207911 h 2916937"/>
                <a:gd name="connsiteX3" fmla="*/ 4376420 w 4389519"/>
                <a:gd name="connsiteY3" fmla="*/ 1078865 h 2916937"/>
                <a:gd name="connsiteX4" fmla="*/ 4090147 w 4389519"/>
                <a:gd name="connsiteY4" fmla="*/ 1734728 h 2916937"/>
                <a:gd name="connsiteX5" fmla="*/ 3362552 w 4389519"/>
                <a:gd name="connsiteY5" fmla="*/ 2305097 h 2916937"/>
                <a:gd name="connsiteX6" fmla="*/ 3204152 w 4389519"/>
                <a:gd name="connsiteY6" fmla="*/ 2412521 h 2916937"/>
                <a:gd name="connsiteX7" fmla="*/ 1936072 w 4389519"/>
                <a:gd name="connsiteY7" fmla="*/ 2912360 h 2916937"/>
                <a:gd name="connsiteX8" fmla="*/ 421690 w 4389519"/>
                <a:gd name="connsiteY8" fmla="*/ 1787063 h 2916937"/>
                <a:gd name="connsiteX9" fmla="*/ 273167 w 4389519"/>
                <a:gd name="connsiteY9" fmla="*/ 1520080 h 2916937"/>
                <a:gd name="connsiteX10" fmla="*/ 4118 w 4389519"/>
                <a:gd name="connsiteY10" fmla="*/ 696338 h 2916937"/>
                <a:gd name="connsiteX11" fmla="*/ 175984 w 4389519"/>
                <a:gd name="connsiteY11" fmla="*/ 60381 h 291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89519" h="2916937">
                  <a:moveTo>
                    <a:pt x="208215" y="0"/>
                  </a:moveTo>
                  <a:lnTo>
                    <a:pt x="4284014" y="0"/>
                  </a:lnTo>
                  <a:lnTo>
                    <a:pt x="4335794" y="207911"/>
                  </a:lnTo>
                  <a:cubicBezTo>
                    <a:pt x="4388748" y="479686"/>
                    <a:pt x="4403109" y="773803"/>
                    <a:pt x="4376420" y="1078865"/>
                  </a:cubicBezTo>
                  <a:cubicBezTo>
                    <a:pt x="4353703" y="1338514"/>
                    <a:pt x="4265383" y="1540772"/>
                    <a:pt x="4090147" y="1734728"/>
                  </a:cubicBezTo>
                  <a:cubicBezTo>
                    <a:pt x="3906850" y="1937616"/>
                    <a:pt x="3642485" y="2116128"/>
                    <a:pt x="3362552" y="2305097"/>
                  </a:cubicBezTo>
                  <a:cubicBezTo>
                    <a:pt x="3310910" y="2339914"/>
                    <a:pt x="3257553" y="2375972"/>
                    <a:pt x="3204152" y="2412521"/>
                  </a:cubicBezTo>
                  <a:cubicBezTo>
                    <a:pt x="2726165" y="2739616"/>
                    <a:pt x="2379682" y="2951171"/>
                    <a:pt x="1936072" y="2912360"/>
                  </a:cubicBezTo>
                  <a:cubicBezTo>
                    <a:pt x="1260148" y="2853224"/>
                    <a:pt x="807225" y="2516700"/>
                    <a:pt x="421690" y="1787063"/>
                  </a:cubicBezTo>
                  <a:cubicBezTo>
                    <a:pt x="371240" y="1691563"/>
                    <a:pt x="321385" y="1604361"/>
                    <a:pt x="273167" y="1520080"/>
                  </a:cubicBezTo>
                  <a:cubicBezTo>
                    <a:pt x="73334" y="1170636"/>
                    <a:pt x="-21548" y="989700"/>
                    <a:pt x="4118" y="696338"/>
                  </a:cubicBezTo>
                  <a:cubicBezTo>
                    <a:pt x="23232" y="477870"/>
                    <a:pt x="80908" y="264786"/>
                    <a:pt x="175984" y="60381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3099122-D80B-4389-A1CF-52C635217F4B}"/>
              </a:ext>
            </a:extLst>
          </p:cNvPr>
          <p:cNvGrpSpPr/>
          <p:nvPr/>
        </p:nvGrpSpPr>
        <p:grpSpPr>
          <a:xfrm>
            <a:off x="8122942" y="0"/>
            <a:ext cx="4069058" cy="3547008"/>
            <a:chOff x="8122942" y="0"/>
            <a:chExt cx="4069058" cy="3547008"/>
          </a:xfrm>
        </p:grpSpPr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CA535D59-CDAA-4AA9-84AC-A6142E857FE2}"/>
                </a:ext>
              </a:extLst>
            </p:cNvPr>
            <p:cNvSpPr/>
            <p:nvPr/>
          </p:nvSpPr>
          <p:spPr>
            <a:xfrm>
              <a:off x="8122942" y="0"/>
              <a:ext cx="4069058" cy="3547008"/>
            </a:xfrm>
            <a:custGeom>
              <a:avLst/>
              <a:gdLst>
                <a:gd name="connsiteX0" fmla="*/ 305212 w 4069058"/>
                <a:gd name="connsiteY0" fmla="*/ 0 h 3547008"/>
                <a:gd name="connsiteX1" fmla="*/ 4069058 w 4069058"/>
                <a:gd name="connsiteY1" fmla="*/ 0 h 3547008"/>
                <a:gd name="connsiteX2" fmla="*/ 4069058 w 4069058"/>
                <a:gd name="connsiteY2" fmla="*/ 2865785 h 3547008"/>
                <a:gd name="connsiteX3" fmla="*/ 3996814 w 4069058"/>
                <a:gd name="connsiteY3" fmla="*/ 2947457 h 3547008"/>
                <a:gd name="connsiteX4" fmla="*/ 2732780 w 4069058"/>
                <a:gd name="connsiteY4" fmla="*/ 3541640 h 3547008"/>
                <a:gd name="connsiteX5" fmla="*/ 1317550 w 4069058"/>
                <a:gd name="connsiteY5" fmla="*/ 3015110 h 3547008"/>
                <a:gd name="connsiteX6" fmla="*/ 1140977 w 4069058"/>
                <a:gd name="connsiteY6" fmla="*/ 2901419 h 3547008"/>
                <a:gd name="connsiteX7" fmla="*/ 330269 w 4069058"/>
                <a:gd name="connsiteY7" fmla="*/ 2297252 h 3547008"/>
                <a:gd name="connsiteX8" fmla="*/ 13299 w 4069058"/>
                <a:gd name="connsiteY8" fmla="*/ 1599966 h 3547008"/>
                <a:gd name="connsiteX9" fmla="*/ 217457 w 4069058"/>
                <a:gd name="connsiteY9" fmla="*/ 178659 h 3547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69058" h="3547008">
                  <a:moveTo>
                    <a:pt x="305212" y="0"/>
                  </a:moveTo>
                  <a:lnTo>
                    <a:pt x="4069058" y="0"/>
                  </a:lnTo>
                  <a:lnTo>
                    <a:pt x="4069058" y="2865785"/>
                  </a:lnTo>
                  <a:lnTo>
                    <a:pt x="3996814" y="2947457"/>
                  </a:lnTo>
                  <a:cubicBezTo>
                    <a:pt x="3654887" y="3311545"/>
                    <a:pt x="3252443" y="3496175"/>
                    <a:pt x="2732780" y="3541640"/>
                  </a:cubicBezTo>
                  <a:cubicBezTo>
                    <a:pt x="2236701" y="3585041"/>
                    <a:pt x="1850359" y="3361306"/>
                    <a:pt x="1317550" y="3015110"/>
                  </a:cubicBezTo>
                  <a:cubicBezTo>
                    <a:pt x="1258026" y="2976425"/>
                    <a:pt x="1198546" y="2938265"/>
                    <a:pt x="1140977" y="2901419"/>
                  </a:cubicBezTo>
                  <a:cubicBezTo>
                    <a:pt x="828927" y="2701433"/>
                    <a:pt x="534230" y="2512513"/>
                    <a:pt x="330269" y="2297252"/>
                  </a:cubicBezTo>
                  <a:cubicBezTo>
                    <a:pt x="135278" y="2091465"/>
                    <a:pt x="37487" y="1876435"/>
                    <a:pt x="13299" y="1599966"/>
                  </a:cubicBezTo>
                  <a:cubicBezTo>
                    <a:pt x="-32170" y="1080250"/>
                    <a:pt x="39709" y="589889"/>
                    <a:pt x="217457" y="178659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D6948CC-6D51-4092-887C-B0664DC102C7}"/>
                </a:ext>
              </a:extLst>
            </p:cNvPr>
            <p:cNvSpPr/>
            <p:nvPr/>
          </p:nvSpPr>
          <p:spPr>
            <a:xfrm flipH="1">
              <a:off x="8319994" y="0"/>
              <a:ext cx="3872006" cy="3321595"/>
            </a:xfrm>
            <a:custGeom>
              <a:avLst/>
              <a:gdLst>
                <a:gd name="connsiteX0" fmla="*/ 3466434 w 3872006"/>
                <a:gd name="connsiteY0" fmla="*/ 0 h 3321595"/>
                <a:gd name="connsiteX1" fmla="*/ 65800 w 3872006"/>
                <a:gd name="connsiteY1" fmla="*/ 0 h 3321595"/>
                <a:gd name="connsiteX2" fmla="*/ 0 w 3872006"/>
                <a:gd name="connsiteY2" fmla="*/ 59511 h 3321595"/>
                <a:gd name="connsiteX3" fmla="*/ 0 w 3872006"/>
                <a:gd name="connsiteY3" fmla="*/ 2518435 h 3321595"/>
                <a:gd name="connsiteX4" fmla="*/ 80122 w 3872006"/>
                <a:gd name="connsiteY4" fmla="*/ 2618704 h 3321595"/>
                <a:gd name="connsiteX5" fmla="*/ 1549501 w 3872006"/>
                <a:gd name="connsiteY5" fmla="*/ 3321595 h 3321595"/>
                <a:gd name="connsiteX6" fmla="*/ 2796711 w 3872006"/>
                <a:gd name="connsiteY6" fmla="*/ 2749441 h 3321595"/>
                <a:gd name="connsiteX7" fmla="*/ 2948494 w 3872006"/>
                <a:gd name="connsiteY7" fmla="*/ 2635829 h 3321595"/>
                <a:gd name="connsiteX8" fmla="*/ 3638840 w 3872006"/>
                <a:gd name="connsiteY8" fmla="*/ 2041901 h 3321595"/>
                <a:gd name="connsiteX9" fmla="*/ 3872006 w 3872006"/>
                <a:gd name="connsiteY9" fmla="*/ 1404055 h 3321595"/>
                <a:gd name="connsiteX10" fmla="*/ 3467973 w 3872006"/>
                <a:gd name="connsiteY10" fmla="*/ 1974 h 332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2006" h="3321595">
                  <a:moveTo>
                    <a:pt x="3466434" y="0"/>
                  </a:moveTo>
                  <a:lnTo>
                    <a:pt x="65800" y="0"/>
                  </a:lnTo>
                  <a:lnTo>
                    <a:pt x="0" y="59511"/>
                  </a:lnTo>
                  <a:lnTo>
                    <a:pt x="0" y="2518435"/>
                  </a:lnTo>
                  <a:lnTo>
                    <a:pt x="80122" y="2618704"/>
                  </a:lnTo>
                  <a:cubicBezTo>
                    <a:pt x="490323" y="3108658"/>
                    <a:pt x="942414" y="3321595"/>
                    <a:pt x="1549501" y="3321595"/>
                  </a:cubicBezTo>
                  <a:cubicBezTo>
                    <a:pt x="2004852" y="3321595"/>
                    <a:pt x="2338950" y="3095023"/>
                    <a:pt x="2796711" y="2749441"/>
                  </a:cubicBezTo>
                  <a:cubicBezTo>
                    <a:pt x="2847850" y="2710827"/>
                    <a:pt x="2898991" y="2672676"/>
                    <a:pt x="2948494" y="2635829"/>
                  </a:cubicBezTo>
                  <a:cubicBezTo>
                    <a:pt x="3216812" y="2435869"/>
                    <a:pt x="3470203" y="2246981"/>
                    <a:pt x="3638840" y="2041901"/>
                  </a:cubicBezTo>
                  <a:cubicBezTo>
                    <a:pt x="3800062" y="1845849"/>
                    <a:pt x="3872006" y="1649145"/>
                    <a:pt x="3872006" y="1404055"/>
                  </a:cubicBezTo>
                  <a:cubicBezTo>
                    <a:pt x="3872006" y="866538"/>
                    <a:pt x="3729694" y="376466"/>
                    <a:pt x="3467973" y="1974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5F9FD94-99CC-42AD-8E66-CF99E8FD5A94}"/>
                </a:ext>
              </a:extLst>
            </p:cNvPr>
            <p:cNvSpPr/>
            <p:nvPr/>
          </p:nvSpPr>
          <p:spPr>
            <a:xfrm flipH="1">
              <a:off x="8729240" y="9274"/>
              <a:ext cx="3462454" cy="3010961"/>
            </a:xfrm>
            <a:custGeom>
              <a:avLst/>
              <a:gdLst>
                <a:gd name="connsiteX0" fmla="*/ 2953507 w 3462454"/>
                <a:gd name="connsiteY0" fmla="*/ 0 h 3010961"/>
                <a:gd name="connsiteX1" fmla="*/ 477652 w 3462454"/>
                <a:gd name="connsiteY1" fmla="*/ 0 h 3010961"/>
                <a:gd name="connsiteX2" fmla="*/ 327396 w 3462454"/>
                <a:gd name="connsiteY2" fmla="*/ 113681 h 3010961"/>
                <a:gd name="connsiteX3" fmla="*/ 46554 w 3462454"/>
                <a:gd name="connsiteY3" fmla="*/ 391785 h 3010961"/>
                <a:gd name="connsiteX4" fmla="*/ 0 w 3462454"/>
                <a:gd name="connsiteY4" fmla="*/ 453516 h 3010961"/>
                <a:gd name="connsiteX5" fmla="*/ 0 w 3462454"/>
                <a:gd name="connsiteY5" fmla="*/ 2083461 h 3010961"/>
                <a:gd name="connsiteX6" fmla="*/ 26382 w 3462454"/>
                <a:gd name="connsiteY6" fmla="*/ 2118637 h 3010961"/>
                <a:gd name="connsiteX7" fmla="*/ 101620 w 3462454"/>
                <a:gd name="connsiteY7" fmla="*/ 2222744 h 3010961"/>
                <a:gd name="connsiteX8" fmla="*/ 1494064 w 3462454"/>
                <a:gd name="connsiteY8" fmla="*/ 3010961 h 3010961"/>
                <a:gd name="connsiteX9" fmla="*/ 2551110 w 3462454"/>
                <a:gd name="connsiteY9" fmla="*/ 2526044 h 3010961"/>
                <a:gd name="connsiteX10" fmla="*/ 2679751 w 3462454"/>
                <a:gd name="connsiteY10" fmla="*/ 2429754 h 3010961"/>
                <a:gd name="connsiteX11" fmla="*/ 3264840 w 3462454"/>
                <a:gd name="connsiteY11" fmla="*/ 1926383 h 3010961"/>
                <a:gd name="connsiteX12" fmla="*/ 3462454 w 3462454"/>
                <a:gd name="connsiteY12" fmla="*/ 1385790 h 3010961"/>
                <a:gd name="connsiteX13" fmla="*/ 3018820 w 3462454"/>
                <a:gd name="connsiteY13" fmla="*/ 67626 h 3010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62454" h="3010961">
                  <a:moveTo>
                    <a:pt x="2953507" y="0"/>
                  </a:moveTo>
                  <a:lnTo>
                    <a:pt x="477652" y="0"/>
                  </a:lnTo>
                  <a:lnTo>
                    <a:pt x="327396" y="113681"/>
                  </a:lnTo>
                  <a:cubicBezTo>
                    <a:pt x="222344" y="200626"/>
                    <a:pt x="128536" y="293564"/>
                    <a:pt x="46554" y="391785"/>
                  </a:cubicBezTo>
                  <a:lnTo>
                    <a:pt x="0" y="453516"/>
                  </a:lnTo>
                  <a:lnTo>
                    <a:pt x="0" y="2083461"/>
                  </a:lnTo>
                  <a:lnTo>
                    <a:pt x="26382" y="2118637"/>
                  </a:lnTo>
                  <a:cubicBezTo>
                    <a:pt x="51135" y="2152065"/>
                    <a:pt x="76235" y="2186586"/>
                    <a:pt x="101620" y="2222744"/>
                  </a:cubicBezTo>
                  <a:cubicBezTo>
                    <a:pt x="489585" y="2775245"/>
                    <a:pt x="906035" y="3010961"/>
                    <a:pt x="1494064" y="3010961"/>
                  </a:cubicBezTo>
                  <a:cubicBezTo>
                    <a:pt x="1879987" y="3010961"/>
                    <a:pt x="2163144" y="2818935"/>
                    <a:pt x="2551110" y="2526044"/>
                  </a:cubicBezTo>
                  <a:cubicBezTo>
                    <a:pt x="2594452" y="2493317"/>
                    <a:pt x="2637795" y="2460984"/>
                    <a:pt x="2679751" y="2429754"/>
                  </a:cubicBezTo>
                  <a:cubicBezTo>
                    <a:pt x="2907158" y="2260282"/>
                    <a:pt x="3121914" y="2100194"/>
                    <a:pt x="3264840" y="1926383"/>
                  </a:cubicBezTo>
                  <a:cubicBezTo>
                    <a:pt x="3401480" y="1760224"/>
                    <a:pt x="3462454" y="1593511"/>
                    <a:pt x="3462454" y="1385790"/>
                  </a:cubicBezTo>
                  <a:cubicBezTo>
                    <a:pt x="3462454" y="865148"/>
                    <a:pt x="3304918" y="397028"/>
                    <a:pt x="3018820" y="67626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47D3E70-A759-410D-B5DB-855218E138C3}"/>
                </a:ext>
              </a:extLst>
            </p:cNvPr>
            <p:cNvSpPr/>
            <p:nvPr/>
          </p:nvSpPr>
          <p:spPr>
            <a:xfrm flipH="1">
              <a:off x="8243247" y="9274"/>
              <a:ext cx="3948447" cy="3411460"/>
            </a:xfrm>
            <a:custGeom>
              <a:avLst/>
              <a:gdLst>
                <a:gd name="connsiteX0" fmla="*/ 3564894 w 3904481"/>
                <a:gd name="connsiteY0" fmla="*/ 0 h 3411460"/>
                <a:gd name="connsiteX1" fmla="*/ 0 w 3904481"/>
                <a:gd name="connsiteY1" fmla="*/ 0 h 3411460"/>
                <a:gd name="connsiteX2" fmla="*/ 0 w 3904481"/>
                <a:gd name="connsiteY2" fmla="*/ 2659993 h 3411460"/>
                <a:gd name="connsiteX3" fmla="*/ 1876 w 3904481"/>
                <a:gd name="connsiteY3" fmla="*/ 2662425 h 3411460"/>
                <a:gd name="connsiteX4" fmla="*/ 1514161 w 3904481"/>
                <a:gd name="connsiteY4" fmla="*/ 3411460 h 3411460"/>
                <a:gd name="connsiteX5" fmla="*/ 2797788 w 3904481"/>
                <a:gd name="connsiteY5" fmla="*/ 2801744 h 3411460"/>
                <a:gd name="connsiteX6" fmla="*/ 2954004 w 3904481"/>
                <a:gd name="connsiteY6" fmla="*/ 2680673 h 3411460"/>
                <a:gd name="connsiteX7" fmla="*/ 3664508 w 3904481"/>
                <a:gd name="connsiteY7" fmla="*/ 2047754 h 3411460"/>
                <a:gd name="connsiteX8" fmla="*/ 3904481 w 3904481"/>
                <a:gd name="connsiteY8" fmla="*/ 1368033 h 3411460"/>
                <a:gd name="connsiteX9" fmla="*/ 3596499 w 3904481"/>
                <a:gd name="connsiteY9" fmla="*/ 52268 h 341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04481" h="3411460">
                  <a:moveTo>
                    <a:pt x="3564894" y="0"/>
                  </a:moveTo>
                  <a:lnTo>
                    <a:pt x="0" y="0"/>
                  </a:lnTo>
                  <a:lnTo>
                    <a:pt x="0" y="2659993"/>
                  </a:lnTo>
                  <a:lnTo>
                    <a:pt x="1876" y="2662425"/>
                  </a:lnTo>
                  <a:cubicBezTo>
                    <a:pt x="424055" y="3184544"/>
                    <a:pt x="889346" y="3411460"/>
                    <a:pt x="1514161" y="3411460"/>
                  </a:cubicBezTo>
                  <a:cubicBezTo>
                    <a:pt x="1982808" y="3411460"/>
                    <a:pt x="2326661" y="3170014"/>
                    <a:pt x="2797788" y="2801744"/>
                  </a:cubicBezTo>
                  <a:cubicBezTo>
                    <a:pt x="2850420" y="2760595"/>
                    <a:pt x="2903054" y="2719940"/>
                    <a:pt x="2954004" y="2680673"/>
                  </a:cubicBezTo>
                  <a:cubicBezTo>
                    <a:pt x="3230156" y="2467586"/>
                    <a:pt x="3490946" y="2266297"/>
                    <a:pt x="3664508" y="2047754"/>
                  </a:cubicBezTo>
                  <a:cubicBezTo>
                    <a:pt x="3830437" y="1838832"/>
                    <a:pt x="3904481" y="1629214"/>
                    <a:pt x="3904481" y="1368033"/>
                  </a:cubicBezTo>
                  <a:cubicBezTo>
                    <a:pt x="3904481" y="877057"/>
                    <a:pt x="3796872" y="423228"/>
                    <a:pt x="3596499" y="52268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0302A25-2D4F-4AD5-B0E9-C12184C3599E}"/>
              </a:ext>
            </a:extLst>
          </p:cNvPr>
          <p:cNvGrpSpPr/>
          <p:nvPr/>
        </p:nvGrpSpPr>
        <p:grpSpPr>
          <a:xfrm>
            <a:off x="-1" y="1355238"/>
            <a:ext cx="4381339" cy="5510713"/>
            <a:chOff x="0" y="1347287"/>
            <a:chExt cx="4259808" cy="5510713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227AF03-773A-4B1E-8FED-67198038E60D}"/>
                </a:ext>
              </a:extLst>
            </p:cNvPr>
            <p:cNvSpPr/>
            <p:nvPr/>
          </p:nvSpPr>
          <p:spPr>
            <a:xfrm>
              <a:off x="0" y="1676545"/>
              <a:ext cx="4174269" cy="5181455"/>
            </a:xfrm>
            <a:custGeom>
              <a:avLst/>
              <a:gdLst>
                <a:gd name="connsiteX0" fmla="*/ 1155130 w 4174269"/>
                <a:gd name="connsiteY0" fmla="*/ 990 h 5181455"/>
                <a:gd name="connsiteX1" fmla="*/ 2396955 w 4174269"/>
                <a:gd name="connsiteY1" fmla="*/ 367328 h 5181455"/>
                <a:gd name="connsiteX2" fmla="*/ 3827960 w 4174269"/>
                <a:gd name="connsiteY2" fmla="*/ 4749328 h 5181455"/>
                <a:gd name="connsiteX3" fmla="*/ 3561502 w 4174269"/>
                <a:gd name="connsiteY3" fmla="*/ 5090948 h 5181455"/>
                <a:gd name="connsiteX4" fmla="*/ 3452726 w 4174269"/>
                <a:gd name="connsiteY4" fmla="*/ 5181455 h 5181455"/>
                <a:gd name="connsiteX5" fmla="*/ 0 w 4174269"/>
                <a:gd name="connsiteY5" fmla="*/ 5181455 h 5181455"/>
                <a:gd name="connsiteX6" fmla="*/ 0 w 4174269"/>
                <a:gd name="connsiteY6" fmla="*/ 251605 h 5181455"/>
                <a:gd name="connsiteX7" fmla="*/ 157396 w 4174269"/>
                <a:gd name="connsiteY7" fmla="*/ 182600 h 5181455"/>
                <a:gd name="connsiteX8" fmla="*/ 1155130 w 4174269"/>
                <a:gd name="connsiteY8" fmla="*/ 990 h 5181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74269" h="5181455">
                  <a:moveTo>
                    <a:pt x="1155130" y="990"/>
                  </a:moveTo>
                  <a:cubicBezTo>
                    <a:pt x="1564667" y="12730"/>
                    <a:pt x="1984593" y="129250"/>
                    <a:pt x="2396955" y="367328"/>
                  </a:cubicBezTo>
                  <a:cubicBezTo>
                    <a:pt x="3871760" y="1218807"/>
                    <a:pt x="4678347" y="3276416"/>
                    <a:pt x="3827960" y="4749328"/>
                  </a:cubicBezTo>
                  <a:cubicBezTo>
                    <a:pt x="3748235" y="4887417"/>
                    <a:pt x="3658928" y="4998272"/>
                    <a:pt x="3561502" y="5090948"/>
                  </a:cubicBezTo>
                  <a:lnTo>
                    <a:pt x="3452726" y="5181455"/>
                  </a:lnTo>
                  <a:lnTo>
                    <a:pt x="0" y="5181455"/>
                  </a:lnTo>
                  <a:lnTo>
                    <a:pt x="0" y="251605"/>
                  </a:lnTo>
                  <a:lnTo>
                    <a:pt x="157396" y="182600"/>
                  </a:lnTo>
                  <a:cubicBezTo>
                    <a:pt x="475610" y="54980"/>
                    <a:pt x="811718" y="-8854"/>
                    <a:pt x="1155130" y="990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D6FE8FAD-8A4A-49E1-AFAF-A074482295A9}"/>
                </a:ext>
              </a:extLst>
            </p:cNvPr>
            <p:cNvSpPr/>
            <p:nvPr/>
          </p:nvSpPr>
          <p:spPr>
            <a:xfrm>
              <a:off x="0" y="1347287"/>
              <a:ext cx="4259808" cy="5510713"/>
            </a:xfrm>
            <a:custGeom>
              <a:avLst/>
              <a:gdLst>
                <a:gd name="connsiteX0" fmla="*/ 948905 w 4259808"/>
                <a:gd name="connsiteY0" fmla="*/ 1556 h 5510713"/>
                <a:gd name="connsiteX1" fmla="*/ 2304106 w 4259808"/>
                <a:gd name="connsiteY1" fmla="*/ 405867 h 5510713"/>
                <a:gd name="connsiteX2" fmla="*/ 3890982 w 4259808"/>
                <a:gd name="connsiteY2" fmla="*/ 5156588 h 5510713"/>
                <a:gd name="connsiteX3" fmla="*/ 3680329 w 4259808"/>
                <a:gd name="connsiteY3" fmla="*/ 5445948 h 5510713"/>
                <a:gd name="connsiteX4" fmla="*/ 3616504 w 4259808"/>
                <a:gd name="connsiteY4" fmla="*/ 5510713 h 5510713"/>
                <a:gd name="connsiteX5" fmla="*/ 0 w 4259808"/>
                <a:gd name="connsiteY5" fmla="*/ 5510713 h 5510713"/>
                <a:gd name="connsiteX6" fmla="*/ 0 w 4259808"/>
                <a:gd name="connsiteY6" fmla="*/ 144797 h 5510713"/>
                <a:gd name="connsiteX7" fmla="*/ 164164 w 4259808"/>
                <a:gd name="connsiteY7" fmla="*/ 92266 h 5510713"/>
                <a:gd name="connsiteX8" fmla="*/ 948905 w 4259808"/>
                <a:gd name="connsiteY8" fmla="*/ 1556 h 55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9808" h="5510713">
                  <a:moveTo>
                    <a:pt x="948905" y="1556"/>
                  </a:moveTo>
                  <a:cubicBezTo>
                    <a:pt x="1395136" y="16867"/>
                    <a:pt x="1853354" y="145625"/>
                    <a:pt x="2304106" y="405867"/>
                  </a:cubicBezTo>
                  <a:cubicBezTo>
                    <a:pt x="3916211" y="1336616"/>
                    <a:pt x="4808028" y="3568218"/>
                    <a:pt x="3890982" y="5156588"/>
                  </a:cubicBezTo>
                  <a:cubicBezTo>
                    <a:pt x="3826502" y="5268272"/>
                    <a:pt x="3756052" y="5363347"/>
                    <a:pt x="3680329" y="5445948"/>
                  </a:cubicBezTo>
                  <a:lnTo>
                    <a:pt x="3616504" y="5510713"/>
                  </a:lnTo>
                  <a:lnTo>
                    <a:pt x="0" y="5510713"/>
                  </a:lnTo>
                  <a:lnTo>
                    <a:pt x="0" y="144797"/>
                  </a:lnTo>
                  <a:lnTo>
                    <a:pt x="164164" y="92266"/>
                  </a:lnTo>
                  <a:cubicBezTo>
                    <a:pt x="418657" y="23914"/>
                    <a:pt x="681631" y="-7614"/>
                    <a:pt x="948905" y="1556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A7C4DFB-FDFD-4F28-8B00-287EB75C79EB}"/>
                </a:ext>
              </a:extLst>
            </p:cNvPr>
            <p:cNvSpPr/>
            <p:nvPr/>
          </p:nvSpPr>
          <p:spPr>
            <a:xfrm>
              <a:off x="0" y="1592806"/>
              <a:ext cx="4029221" cy="5265194"/>
            </a:xfrm>
            <a:custGeom>
              <a:avLst/>
              <a:gdLst>
                <a:gd name="connsiteX0" fmla="*/ 812878 w 4029221"/>
                <a:gd name="connsiteY0" fmla="*/ 840 h 5265194"/>
                <a:gd name="connsiteX1" fmla="*/ 960980 w 4029221"/>
                <a:gd name="connsiteY1" fmla="*/ 1442 h 5265194"/>
                <a:gd name="connsiteX2" fmla="*/ 2216856 w 4029221"/>
                <a:gd name="connsiteY2" fmla="*/ 376120 h 5265194"/>
                <a:gd name="connsiteX3" fmla="*/ 3687427 w 4029221"/>
                <a:gd name="connsiteY3" fmla="*/ 4778650 h 5265194"/>
                <a:gd name="connsiteX4" fmla="*/ 3267677 w 4029221"/>
                <a:gd name="connsiteY4" fmla="*/ 5245601 h 5265194"/>
                <a:gd name="connsiteX5" fmla="*/ 3237167 w 4029221"/>
                <a:gd name="connsiteY5" fmla="*/ 5265194 h 5265194"/>
                <a:gd name="connsiteX6" fmla="*/ 0 w 4029221"/>
                <a:gd name="connsiteY6" fmla="*/ 5265194 h 5265194"/>
                <a:gd name="connsiteX7" fmla="*/ 0 w 4029221"/>
                <a:gd name="connsiteY7" fmla="*/ 162790 h 5265194"/>
                <a:gd name="connsiteX8" fmla="*/ 58408 w 4029221"/>
                <a:gd name="connsiteY8" fmla="*/ 139352 h 5265194"/>
                <a:gd name="connsiteX9" fmla="*/ 812878 w 4029221"/>
                <a:gd name="connsiteY9" fmla="*/ 840 h 526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29221" h="5265194">
                  <a:moveTo>
                    <a:pt x="812878" y="840"/>
                  </a:moveTo>
                  <a:cubicBezTo>
                    <a:pt x="862065" y="-449"/>
                    <a:pt x="911443" y="-258"/>
                    <a:pt x="960980" y="1442"/>
                  </a:cubicBezTo>
                  <a:cubicBezTo>
                    <a:pt x="1374507" y="15631"/>
                    <a:pt x="1799140" y="134952"/>
                    <a:pt x="2216856" y="376120"/>
                  </a:cubicBezTo>
                  <a:cubicBezTo>
                    <a:pt x="3710806" y="1238652"/>
                    <a:pt x="4537261" y="3306696"/>
                    <a:pt x="3687427" y="4778650"/>
                  </a:cubicBezTo>
                  <a:cubicBezTo>
                    <a:pt x="3567917" y="4985647"/>
                    <a:pt x="3426282" y="5131074"/>
                    <a:pt x="3267677" y="5245601"/>
                  </a:cubicBezTo>
                  <a:lnTo>
                    <a:pt x="3237167" y="5265194"/>
                  </a:lnTo>
                  <a:lnTo>
                    <a:pt x="0" y="5265194"/>
                  </a:lnTo>
                  <a:lnTo>
                    <a:pt x="0" y="162790"/>
                  </a:lnTo>
                  <a:lnTo>
                    <a:pt x="58408" y="139352"/>
                  </a:lnTo>
                  <a:cubicBezTo>
                    <a:pt x="301661" y="55163"/>
                    <a:pt x="554646" y="7607"/>
                    <a:pt x="812878" y="840"/>
                  </a:cubicBezTo>
                  <a:close/>
                </a:path>
              </a:pathLst>
            </a:custGeom>
            <a:noFill/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B6E867DF-0B62-429A-A554-CBE585048439}"/>
                </a:ext>
              </a:extLst>
            </p:cNvPr>
            <p:cNvSpPr/>
            <p:nvPr/>
          </p:nvSpPr>
          <p:spPr>
            <a:xfrm>
              <a:off x="0" y="2147333"/>
              <a:ext cx="3702048" cy="4710667"/>
            </a:xfrm>
            <a:custGeom>
              <a:avLst/>
              <a:gdLst>
                <a:gd name="connsiteX0" fmla="*/ 1057511 w 3702048"/>
                <a:gd name="connsiteY0" fmla="*/ 1243 h 4710667"/>
                <a:gd name="connsiteX1" fmla="*/ 2139959 w 3702048"/>
                <a:gd name="connsiteY1" fmla="*/ 324180 h 4710667"/>
                <a:gd name="connsiteX2" fmla="*/ 3407455 w 3702048"/>
                <a:gd name="connsiteY2" fmla="*/ 4118750 h 4710667"/>
                <a:gd name="connsiteX3" fmla="*/ 2754080 w 3702048"/>
                <a:gd name="connsiteY3" fmla="*/ 4690965 h 4710667"/>
                <a:gd name="connsiteX4" fmla="*/ 2711405 w 3702048"/>
                <a:gd name="connsiteY4" fmla="*/ 4710667 h 4710667"/>
                <a:gd name="connsiteX5" fmla="*/ 0 w 3702048"/>
                <a:gd name="connsiteY5" fmla="*/ 4710667 h 4710667"/>
                <a:gd name="connsiteX6" fmla="*/ 0 w 3702048"/>
                <a:gd name="connsiteY6" fmla="*/ 239601 h 4710667"/>
                <a:gd name="connsiteX7" fmla="*/ 72857 w 3702048"/>
                <a:gd name="connsiteY7" fmla="*/ 203063 h 4710667"/>
                <a:gd name="connsiteX8" fmla="*/ 1057511 w 3702048"/>
                <a:gd name="connsiteY8" fmla="*/ 1243 h 4710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02048" h="4710667">
                  <a:moveTo>
                    <a:pt x="1057511" y="1243"/>
                  </a:moveTo>
                  <a:cubicBezTo>
                    <a:pt x="1413932" y="13473"/>
                    <a:pt x="1779927" y="116316"/>
                    <a:pt x="2139959" y="324180"/>
                  </a:cubicBezTo>
                  <a:cubicBezTo>
                    <a:pt x="3427605" y="1067603"/>
                    <a:pt x="4139931" y="2850064"/>
                    <a:pt x="3407455" y="4118750"/>
                  </a:cubicBezTo>
                  <a:cubicBezTo>
                    <a:pt x="3235777" y="4416105"/>
                    <a:pt x="3011128" y="4566048"/>
                    <a:pt x="2754080" y="4690965"/>
                  </a:cubicBezTo>
                  <a:lnTo>
                    <a:pt x="2711405" y="4710667"/>
                  </a:lnTo>
                  <a:lnTo>
                    <a:pt x="0" y="4710667"/>
                  </a:lnTo>
                  <a:lnTo>
                    <a:pt x="0" y="239601"/>
                  </a:lnTo>
                  <a:lnTo>
                    <a:pt x="72857" y="203063"/>
                  </a:lnTo>
                  <a:cubicBezTo>
                    <a:pt x="383165" y="61024"/>
                    <a:pt x="715942" y="-10476"/>
                    <a:pt x="1057511" y="1243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54296" y="3420734"/>
            <a:ext cx="6665976" cy="2129674"/>
          </a:xfrm>
        </p:spPr>
        <p:txBody>
          <a:bodyPr anchor="b">
            <a:noAutofit/>
          </a:bodyPr>
          <a:lstStyle>
            <a:lvl1pPr algn="l">
              <a:lnSpc>
                <a:spcPct val="110000"/>
              </a:lnSpc>
              <a:defRPr sz="480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E197B67B-BA44-4D2A-B31D-35A89323C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6" y="6170490"/>
            <a:ext cx="5713314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1D718595-24D3-4517-A62E-C1F493407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54295" y="5550408"/>
            <a:ext cx="6665975" cy="512064"/>
          </a:xfrm>
        </p:spPr>
        <p:txBody>
          <a:bodyPr>
            <a:normAutofit/>
          </a:bodyPr>
          <a:lstStyle>
            <a:lvl1pPr marL="0" indent="0" algn="l">
              <a:lnSpc>
                <a:spcPct val="130000"/>
              </a:lnSpc>
              <a:spcBef>
                <a:spcPts val="0"/>
              </a:spcBef>
              <a:buNone/>
              <a:defRPr sz="20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3C6217BB-A228-414D-92D9-E1D1EFEB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" y="6170491"/>
            <a:ext cx="2840083" cy="457200"/>
          </a:xfrm>
        </p:spPr>
        <p:txBody>
          <a:bodyPr/>
          <a:lstStyle>
            <a:lvl1pPr algn="l">
              <a:defRPr/>
            </a:lvl1pPr>
          </a:lstStyle>
          <a:p>
            <a:fld id="{E72EB70D-CD01-44DA-83B3-8FEB3383D307}" type="datetime1">
              <a:rPr lang="en-US" smtClean="0"/>
              <a:t>4/18/26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586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024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3029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C1D6427-F07F-4D50-B151-455100AF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58CFD-9357-46BE-A189-D637A67C8730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79EFBB2-C5E0-4D57-AB1D-3AA907ECF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AE6B7E1-F60B-4D08-9052-423D6FBF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42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1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1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30290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30290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771BF97-4D2A-43A4-8CDC-2250017EB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42EE-B331-4632-BD10-A82FED6B6FC0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020661A-DA07-4679-9226-945B5DD2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EFCE38B-E087-4988-BC3A-FE3B55E70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D3BC439C-E995-4E1F-8DE9-75C32785E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17536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F30096C-3491-4EF2-ABB2-D57F3F4B5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BA835-D13F-49F4-8F11-5D576AC65FAD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9DA3A85-7147-4F32-944A-B079AF514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EDDF50D-95C0-4DA2-BBC6-41774FAC1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173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BEFCA-6D6F-4F26-823F-C86CA694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1799-ACB5-4CB2-86A2-5C574F1C8706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2EE2C9-E87D-4495-9EDA-6BC0EDC2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557A9-903F-4B36-8B06-D9EADF230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335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640080"/>
            <a:ext cx="3227715" cy="2551751"/>
          </a:xfrm>
        </p:spPr>
        <p:txBody>
          <a:bodyPr anchor="b">
            <a:norm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0160" y="640080"/>
            <a:ext cx="6949440" cy="5455919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3"/>
            <a:ext cx="3227715" cy="2872197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B904BE8-2080-4FFA-9239-A8929E28FA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fld id="{ED5DD0D6-7A82-473E-879B-C6ECD6CCCFEC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D5580C6-5CD7-4CDD-977D-0533C84F2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94944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18D0320-9B66-443F-8E28-8BCF07E0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221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102651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1503910"/>
            <a:ext cx="3230625" cy="1687924"/>
          </a:xfrm>
        </p:spPr>
        <p:txBody>
          <a:bodyPr anchor="b">
            <a:no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6"/>
            <a:ext cx="3227832" cy="2872194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1C2A9DB-B176-4069-8734-5B4ED352BA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fld id="{D4605E03-BC17-41A7-854C-DFAB672737DC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30F9A2F-C2C4-4E1C-B4B3-07ED84F28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464410" cy="45720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9BFA0A0-2117-4A10-9DAA-080C21559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6585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397E4A-EB6A-4FA6-AA4F-69EA0C70F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6ED0C-1DA7-41F0-94CF-6218B1FEDFF1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1A2F5D-7AC4-4F91-965A-7B6A45D6F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E8B86-CDB8-482F-9D9F-1BFDA3638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9236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fld id="{EECF02AB-6034-4B88-BC5A-7C17CB0EF809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314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SLIDE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09600" y="2438400"/>
            <a:ext cx="109728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04835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0952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0240" y="442220"/>
            <a:ext cx="8770571" cy="1345269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2312276"/>
            <a:ext cx="8770571" cy="3651504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50727" y="6170491"/>
            <a:ext cx="284008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r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C4408324-A84C-4A45-93B6-78D079CCE772}" type="datetime1">
              <a:rPr lang="en-US" smtClean="0"/>
              <a:t>4/18/26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20240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3744" y="6170490"/>
            <a:ext cx="1188720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cxnSp>
        <p:nvCxnSpPr>
          <p:cNvPr id="9" name="Straight Connector 8" title="Rule Line">
            <a:extLst>
              <a:ext uri="{FF2B5EF4-FFF2-40B4-BE49-F238E27FC236}">
                <a16:creationId xmlns:a16="http://schemas.microsoft.com/office/drawing/2014/main" id="{430127AE-B29E-4FDF-99D2-A2F1E7003F74}"/>
              </a:ext>
            </a:extLst>
          </p:cNvPr>
          <p:cNvCxnSpPr/>
          <p:nvPr/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3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  <p:sldLayoutId id="2147483762" r:id="rId12"/>
    <p:sldLayoutId id="2147483763" r:id="rId13"/>
  </p:sldLayoutIdLst>
  <p:hf sldNum="0" hdr="0" ftr="0" dt="0"/>
  <p:txStyles>
    <p:titleStyle>
      <a:lvl1pPr algn="l" defTabSz="914400" rtl="0" eaLnBrk="1" latinLnBrk="0" hangingPunct="1">
        <a:lnSpc>
          <a:spcPct val="130000"/>
        </a:lnSpc>
        <a:spcBef>
          <a:spcPct val="0"/>
        </a:spcBef>
        <a:buNone/>
        <a:defRPr sz="32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customXml" Target="../ink/ink3.xml"/><Relationship Id="rId4" Type="http://schemas.openxmlformats.org/officeDocument/2006/relationships/image" Target="../media/image12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C8EEB0F-BA72-49AC-956F-331B60FDE7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10EAE3-3FB9-3E08-99CE-C81ABE05B9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503" r="-1" b="1636"/>
          <a:stretch>
            <a:fillRect/>
          </a:stretch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B8CE58F-407C-497E-B723-21FD8C6D3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09937" y="721297"/>
            <a:ext cx="5565913" cy="5415406"/>
            <a:chOff x="797792" y="912854"/>
            <a:chExt cx="5298208" cy="503229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BE70332-ECAF-47BB-8C7B-BD049452F6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1439" y="1056388"/>
              <a:ext cx="4968823" cy="4748064"/>
            </a:xfrm>
            <a:custGeom>
              <a:avLst/>
              <a:gdLst>
                <a:gd name="connsiteX0" fmla="*/ 2180840 w 3810827"/>
                <a:gd name="connsiteY0" fmla="*/ 0 h 3634591"/>
                <a:gd name="connsiteX1" fmla="*/ 2866380 w 3810827"/>
                <a:gd name="connsiteY1" fmla="*/ 145165 h 3634591"/>
                <a:gd name="connsiteX2" fmla="*/ 3366366 w 3810827"/>
                <a:gd name="connsiteY2" fmla="*/ 536835 h 3634591"/>
                <a:gd name="connsiteX3" fmla="*/ 3810827 w 3810827"/>
                <a:gd name="connsiteY3" fmla="*/ 1924156 h 3634591"/>
                <a:gd name="connsiteX4" fmla="*/ 3612844 w 3810827"/>
                <a:gd name="connsiteY4" fmla="*/ 2493111 h 3634591"/>
                <a:gd name="connsiteX5" fmla="*/ 3026664 w 3810827"/>
                <a:gd name="connsiteY5" fmla="*/ 3022891 h 3634591"/>
                <a:gd name="connsiteX6" fmla="*/ 2897783 w 3810827"/>
                <a:gd name="connsiteY6" fmla="*/ 3124233 h 3634591"/>
                <a:gd name="connsiteX7" fmla="*/ 1838765 w 3810827"/>
                <a:gd name="connsiteY7" fmla="*/ 3634591 h 3634591"/>
                <a:gd name="connsiteX8" fmla="*/ 443724 w 3810827"/>
                <a:gd name="connsiteY8" fmla="*/ 2805020 h 3634591"/>
                <a:gd name="connsiteX9" fmla="*/ 295053 w 3810827"/>
                <a:gd name="connsiteY9" fmla="*/ 2592792 h 3634591"/>
                <a:gd name="connsiteX10" fmla="*/ 0 w 3810827"/>
                <a:gd name="connsiteY10" fmla="*/ 1924156 h 3634591"/>
                <a:gd name="connsiteX11" fmla="*/ 178275 w 3810827"/>
                <a:gd name="connsiteY11" fmla="*/ 1204061 h 3634591"/>
                <a:gd name="connsiteX12" fmla="*/ 669921 w 3810827"/>
                <a:gd name="connsiteY12" fmla="*/ 585306 h 3634591"/>
                <a:gd name="connsiteX13" fmla="*/ 1380730 w 3810827"/>
                <a:gd name="connsiteY13" fmla="*/ 156203 h 3634591"/>
                <a:gd name="connsiteX14" fmla="*/ 2180840 w 3810827"/>
                <a:gd name="connsiteY14" fmla="*/ 0 h 3634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10827" h="3634591">
                  <a:moveTo>
                    <a:pt x="2180840" y="0"/>
                  </a:moveTo>
                  <a:cubicBezTo>
                    <a:pt x="2431406" y="0"/>
                    <a:pt x="2662018" y="48886"/>
                    <a:pt x="2866380" y="145165"/>
                  </a:cubicBezTo>
                  <a:cubicBezTo>
                    <a:pt x="3057903" y="235467"/>
                    <a:pt x="3226119" y="367269"/>
                    <a:pt x="3366366" y="536835"/>
                  </a:cubicBezTo>
                  <a:cubicBezTo>
                    <a:pt x="3652997" y="883519"/>
                    <a:pt x="3810827" y="1376199"/>
                    <a:pt x="3810827" y="1924156"/>
                  </a:cubicBezTo>
                  <a:cubicBezTo>
                    <a:pt x="3810827" y="2142775"/>
                    <a:pt x="3749739" y="2318234"/>
                    <a:pt x="3612844" y="2493111"/>
                  </a:cubicBezTo>
                  <a:cubicBezTo>
                    <a:pt x="3469652" y="2676041"/>
                    <a:pt x="3254495" y="2844528"/>
                    <a:pt x="3026664" y="3022891"/>
                  </a:cubicBezTo>
                  <a:cubicBezTo>
                    <a:pt x="2984630" y="3055759"/>
                    <a:pt x="2941206" y="3089789"/>
                    <a:pt x="2897783" y="3124233"/>
                  </a:cubicBezTo>
                  <a:cubicBezTo>
                    <a:pt x="2509094" y="3432490"/>
                    <a:pt x="2225408" y="3634591"/>
                    <a:pt x="1838765" y="3634591"/>
                  </a:cubicBezTo>
                  <a:cubicBezTo>
                    <a:pt x="1249640" y="3634591"/>
                    <a:pt x="832413" y="3386508"/>
                    <a:pt x="443724" y="2805020"/>
                  </a:cubicBezTo>
                  <a:cubicBezTo>
                    <a:pt x="392859" y="2728910"/>
                    <a:pt x="343138" y="2659690"/>
                    <a:pt x="295053" y="2592792"/>
                  </a:cubicBezTo>
                  <a:cubicBezTo>
                    <a:pt x="95761" y="2315411"/>
                    <a:pt x="0" y="2171160"/>
                    <a:pt x="0" y="1924156"/>
                  </a:cubicBezTo>
                  <a:cubicBezTo>
                    <a:pt x="0" y="1678896"/>
                    <a:pt x="60024" y="1436622"/>
                    <a:pt x="178275" y="1204061"/>
                  </a:cubicBezTo>
                  <a:cubicBezTo>
                    <a:pt x="293990" y="976561"/>
                    <a:pt x="459425" y="768319"/>
                    <a:pt x="669921" y="585306"/>
                  </a:cubicBezTo>
                  <a:cubicBezTo>
                    <a:pt x="876818" y="405365"/>
                    <a:pt x="1122558" y="256964"/>
                    <a:pt x="1380730" y="156203"/>
                  </a:cubicBezTo>
                  <a:cubicBezTo>
                    <a:pt x="1645852" y="52539"/>
                    <a:pt x="1915145" y="0"/>
                    <a:pt x="2180840" y="0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 w="158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16D9361-A35A-4DC8-AAB9-04FD2D6FEE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7792" y="912854"/>
              <a:ext cx="5298208" cy="5032292"/>
            </a:xfrm>
            <a:custGeom>
              <a:avLst/>
              <a:gdLst>
                <a:gd name="connsiteX0" fmla="*/ 2180840 w 3810827"/>
                <a:gd name="connsiteY0" fmla="*/ 0 h 3634591"/>
                <a:gd name="connsiteX1" fmla="*/ 2866380 w 3810827"/>
                <a:gd name="connsiteY1" fmla="*/ 145165 h 3634591"/>
                <a:gd name="connsiteX2" fmla="*/ 3366366 w 3810827"/>
                <a:gd name="connsiteY2" fmla="*/ 536835 h 3634591"/>
                <a:gd name="connsiteX3" fmla="*/ 3810827 w 3810827"/>
                <a:gd name="connsiteY3" fmla="*/ 1924156 h 3634591"/>
                <a:gd name="connsiteX4" fmla="*/ 3612844 w 3810827"/>
                <a:gd name="connsiteY4" fmla="*/ 2493111 h 3634591"/>
                <a:gd name="connsiteX5" fmla="*/ 3026664 w 3810827"/>
                <a:gd name="connsiteY5" fmla="*/ 3022891 h 3634591"/>
                <a:gd name="connsiteX6" fmla="*/ 2897783 w 3810827"/>
                <a:gd name="connsiteY6" fmla="*/ 3124233 h 3634591"/>
                <a:gd name="connsiteX7" fmla="*/ 1838765 w 3810827"/>
                <a:gd name="connsiteY7" fmla="*/ 3634591 h 3634591"/>
                <a:gd name="connsiteX8" fmla="*/ 443724 w 3810827"/>
                <a:gd name="connsiteY8" fmla="*/ 2805020 h 3634591"/>
                <a:gd name="connsiteX9" fmla="*/ 295053 w 3810827"/>
                <a:gd name="connsiteY9" fmla="*/ 2592792 h 3634591"/>
                <a:gd name="connsiteX10" fmla="*/ 0 w 3810827"/>
                <a:gd name="connsiteY10" fmla="*/ 1924156 h 3634591"/>
                <a:gd name="connsiteX11" fmla="*/ 178275 w 3810827"/>
                <a:gd name="connsiteY11" fmla="*/ 1204061 h 3634591"/>
                <a:gd name="connsiteX12" fmla="*/ 669921 w 3810827"/>
                <a:gd name="connsiteY12" fmla="*/ 585306 h 3634591"/>
                <a:gd name="connsiteX13" fmla="*/ 1380730 w 3810827"/>
                <a:gd name="connsiteY13" fmla="*/ 156203 h 3634591"/>
                <a:gd name="connsiteX14" fmla="*/ 2180840 w 3810827"/>
                <a:gd name="connsiteY14" fmla="*/ 0 h 3634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10827" h="3634591">
                  <a:moveTo>
                    <a:pt x="2180840" y="0"/>
                  </a:moveTo>
                  <a:cubicBezTo>
                    <a:pt x="2431406" y="0"/>
                    <a:pt x="2662018" y="48886"/>
                    <a:pt x="2866380" y="145165"/>
                  </a:cubicBezTo>
                  <a:cubicBezTo>
                    <a:pt x="3057903" y="235467"/>
                    <a:pt x="3226119" y="367269"/>
                    <a:pt x="3366366" y="536835"/>
                  </a:cubicBezTo>
                  <a:cubicBezTo>
                    <a:pt x="3652997" y="883519"/>
                    <a:pt x="3810827" y="1376199"/>
                    <a:pt x="3810827" y="1924156"/>
                  </a:cubicBezTo>
                  <a:cubicBezTo>
                    <a:pt x="3810827" y="2142775"/>
                    <a:pt x="3749739" y="2318234"/>
                    <a:pt x="3612844" y="2493111"/>
                  </a:cubicBezTo>
                  <a:cubicBezTo>
                    <a:pt x="3469652" y="2676041"/>
                    <a:pt x="3254495" y="2844528"/>
                    <a:pt x="3026664" y="3022891"/>
                  </a:cubicBezTo>
                  <a:cubicBezTo>
                    <a:pt x="2984630" y="3055759"/>
                    <a:pt x="2941206" y="3089789"/>
                    <a:pt x="2897783" y="3124233"/>
                  </a:cubicBezTo>
                  <a:cubicBezTo>
                    <a:pt x="2509094" y="3432490"/>
                    <a:pt x="2225408" y="3634591"/>
                    <a:pt x="1838765" y="3634591"/>
                  </a:cubicBezTo>
                  <a:cubicBezTo>
                    <a:pt x="1249640" y="3634591"/>
                    <a:pt x="832413" y="3386508"/>
                    <a:pt x="443724" y="2805020"/>
                  </a:cubicBezTo>
                  <a:cubicBezTo>
                    <a:pt x="392859" y="2728910"/>
                    <a:pt x="343138" y="2659690"/>
                    <a:pt x="295053" y="2592792"/>
                  </a:cubicBezTo>
                  <a:cubicBezTo>
                    <a:pt x="95761" y="2315411"/>
                    <a:pt x="0" y="2171160"/>
                    <a:pt x="0" y="1924156"/>
                  </a:cubicBezTo>
                  <a:cubicBezTo>
                    <a:pt x="0" y="1678896"/>
                    <a:pt x="60024" y="1436622"/>
                    <a:pt x="178275" y="1204061"/>
                  </a:cubicBezTo>
                  <a:cubicBezTo>
                    <a:pt x="293990" y="976561"/>
                    <a:pt x="459425" y="768319"/>
                    <a:pt x="669921" y="585306"/>
                  </a:cubicBezTo>
                  <a:cubicBezTo>
                    <a:pt x="876818" y="405365"/>
                    <a:pt x="1122558" y="256964"/>
                    <a:pt x="1380730" y="156203"/>
                  </a:cubicBezTo>
                  <a:cubicBezTo>
                    <a:pt x="1645852" y="52539"/>
                    <a:pt x="1915145" y="0"/>
                    <a:pt x="2180840" y="0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FC31AD-FBB3-4219-A758-D6F7594A0A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3671" y="1232452"/>
              <a:ext cx="4715122" cy="4439901"/>
            </a:xfrm>
            <a:custGeom>
              <a:avLst/>
              <a:gdLst>
                <a:gd name="connsiteX0" fmla="*/ 2180840 w 3810827"/>
                <a:gd name="connsiteY0" fmla="*/ 0 h 3634591"/>
                <a:gd name="connsiteX1" fmla="*/ 2866380 w 3810827"/>
                <a:gd name="connsiteY1" fmla="*/ 145165 h 3634591"/>
                <a:gd name="connsiteX2" fmla="*/ 3366366 w 3810827"/>
                <a:gd name="connsiteY2" fmla="*/ 536835 h 3634591"/>
                <a:gd name="connsiteX3" fmla="*/ 3810827 w 3810827"/>
                <a:gd name="connsiteY3" fmla="*/ 1924156 h 3634591"/>
                <a:gd name="connsiteX4" fmla="*/ 3612844 w 3810827"/>
                <a:gd name="connsiteY4" fmla="*/ 2493111 h 3634591"/>
                <a:gd name="connsiteX5" fmla="*/ 3026664 w 3810827"/>
                <a:gd name="connsiteY5" fmla="*/ 3022891 h 3634591"/>
                <a:gd name="connsiteX6" fmla="*/ 2897783 w 3810827"/>
                <a:gd name="connsiteY6" fmla="*/ 3124233 h 3634591"/>
                <a:gd name="connsiteX7" fmla="*/ 1838765 w 3810827"/>
                <a:gd name="connsiteY7" fmla="*/ 3634591 h 3634591"/>
                <a:gd name="connsiteX8" fmla="*/ 443724 w 3810827"/>
                <a:gd name="connsiteY8" fmla="*/ 2805020 h 3634591"/>
                <a:gd name="connsiteX9" fmla="*/ 295053 w 3810827"/>
                <a:gd name="connsiteY9" fmla="*/ 2592792 h 3634591"/>
                <a:gd name="connsiteX10" fmla="*/ 0 w 3810827"/>
                <a:gd name="connsiteY10" fmla="*/ 1924156 h 3634591"/>
                <a:gd name="connsiteX11" fmla="*/ 178275 w 3810827"/>
                <a:gd name="connsiteY11" fmla="*/ 1204061 h 3634591"/>
                <a:gd name="connsiteX12" fmla="*/ 669921 w 3810827"/>
                <a:gd name="connsiteY12" fmla="*/ 585306 h 3634591"/>
                <a:gd name="connsiteX13" fmla="*/ 1380730 w 3810827"/>
                <a:gd name="connsiteY13" fmla="*/ 156203 h 3634591"/>
                <a:gd name="connsiteX14" fmla="*/ 2180840 w 3810827"/>
                <a:gd name="connsiteY14" fmla="*/ 0 h 3634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10827" h="3634591">
                  <a:moveTo>
                    <a:pt x="2180840" y="0"/>
                  </a:moveTo>
                  <a:cubicBezTo>
                    <a:pt x="2431406" y="0"/>
                    <a:pt x="2662018" y="48886"/>
                    <a:pt x="2866380" y="145165"/>
                  </a:cubicBezTo>
                  <a:cubicBezTo>
                    <a:pt x="3057903" y="235467"/>
                    <a:pt x="3226119" y="367269"/>
                    <a:pt x="3366366" y="536835"/>
                  </a:cubicBezTo>
                  <a:cubicBezTo>
                    <a:pt x="3652997" y="883519"/>
                    <a:pt x="3810827" y="1376199"/>
                    <a:pt x="3810827" y="1924156"/>
                  </a:cubicBezTo>
                  <a:cubicBezTo>
                    <a:pt x="3810827" y="2142775"/>
                    <a:pt x="3749739" y="2318234"/>
                    <a:pt x="3612844" y="2493111"/>
                  </a:cubicBezTo>
                  <a:cubicBezTo>
                    <a:pt x="3469652" y="2676041"/>
                    <a:pt x="3254495" y="2844528"/>
                    <a:pt x="3026664" y="3022891"/>
                  </a:cubicBezTo>
                  <a:cubicBezTo>
                    <a:pt x="2984630" y="3055759"/>
                    <a:pt x="2941206" y="3089789"/>
                    <a:pt x="2897783" y="3124233"/>
                  </a:cubicBezTo>
                  <a:cubicBezTo>
                    <a:pt x="2509094" y="3432490"/>
                    <a:pt x="2225408" y="3634591"/>
                    <a:pt x="1838765" y="3634591"/>
                  </a:cubicBezTo>
                  <a:cubicBezTo>
                    <a:pt x="1249640" y="3634591"/>
                    <a:pt x="832413" y="3386508"/>
                    <a:pt x="443724" y="2805020"/>
                  </a:cubicBezTo>
                  <a:cubicBezTo>
                    <a:pt x="392859" y="2728910"/>
                    <a:pt x="343138" y="2659690"/>
                    <a:pt x="295053" y="2592792"/>
                  </a:cubicBezTo>
                  <a:cubicBezTo>
                    <a:pt x="95761" y="2315411"/>
                    <a:pt x="0" y="2171160"/>
                    <a:pt x="0" y="1924156"/>
                  </a:cubicBezTo>
                  <a:cubicBezTo>
                    <a:pt x="0" y="1678896"/>
                    <a:pt x="60024" y="1436622"/>
                    <a:pt x="178275" y="1204061"/>
                  </a:cubicBezTo>
                  <a:cubicBezTo>
                    <a:pt x="293990" y="976561"/>
                    <a:pt x="459425" y="768319"/>
                    <a:pt x="669921" y="585306"/>
                  </a:cubicBezTo>
                  <a:cubicBezTo>
                    <a:pt x="876818" y="405365"/>
                    <a:pt x="1122558" y="256964"/>
                    <a:pt x="1380730" y="156203"/>
                  </a:cubicBezTo>
                  <a:cubicBezTo>
                    <a:pt x="1645852" y="52539"/>
                    <a:pt x="1915145" y="0"/>
                    <a:pt x="2180840" y="0"/>
                  </a:cubicBezTo>
                  <a:close/>
                </a:path>
              </a:pathLst>
            </a:custGeom>
            <a:solidFill>
              <a:schemeClr val="bg1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CBBFAECD-B236-9F5F-8F12-96FDD2AA50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1463" y="1685677"/>
            <a:ext cx="4181444" cy="2362673"/>
          </a:xfrm>
        </p:spPr>
        <p:txBody>
          <a:bodyPr anchor="b">
            <a:normAutofit/>
          </a:bodyPr>
          <a:lstStyle/>
          <a:p>
            <a:pPr algn="ctr"/>
            <a:r>
              <a:rPr lang="pl-PL" sz="4800">
                <a:solidFill>
                  <a:schemeClr val="tx1">
                    <a:lumMod val="75000"/>
                    <a:lumOff val="25000"/>
                  </a:schemeClr>
                </a:solidFill>
              </a:rPr>
              <a:t>DevOps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90C8FDFC-3A31-890F-2E1B-96AD16870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0240" y="4048350"/>
            <a:ext cx="3283888" cy="816301"/>
          </a:xfrm>
        </p:spPr>
        <p:txBody>
          <a:bodyPr anchor="t">
            <a:normAutofit/>
          </a:bodyPr>
          <a:lstStyle/>
          <a:p>
            <a:pPr algn="ctr">
              <a:lnSpc>
                <a:spcPct val="120000"/>
              </a:lnSpc>
            </a:pPr>
            <a:r>
              <a:rPr lang="pl-PL" sz="1700">
                <a:solidFill>
                  <a:schemeClr val="tx1">
                    <a:lumMod val="75000"/>
                    <a:lumOff val="25000"/>
                  </a:schemeClr>
                </a:solidFill>
              </a:rPr>
              <a:t>Testowanie w Docker i K8S</a:t>
            </a:r>
          </a:p>
        </p:txBody>
      </p:sp>
    </p:spTree>
    <p:extLst>
      <p:ext uri="{BB962C8B-B14F-4D97-AF65-F5344CB8AC3E}">
        <p14:creationId xmlns:p14="http://schemas.microsoft.com/office/powerpoint/2010/main" val="3569674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266CB33-11A6-8D56-952F-8DF8431EA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Cel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15BDDCB-A1BB-BCAE-9E1F-7B09C547C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pl-PL" sz="1800" b="1" kern="0" dirty="0">
                <a:solidFill>
                  <a:srgbClr val="1F4E78"/>
                </a:solidFill>
                <a:effectLst/>
                <a:latin typeface="Arial" panose="020B0604020202020204" pitchFamily="34" charset="0"/>
              </a:rPr>
              <a:t> Cele szkolenia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Zapoznanie się z fundamentami Docker i konteneryzacją aplikacji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Praktyczne testy wydajności aplikacji w kontenerach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Wdrażanie aplikacji na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Kubernetes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Minikube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Testowanie i monitorowanie klastrów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Kubernetes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Narzędzia CI/CD w kontekście testowania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3372514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A08AC-F796-409C-AD97-8B476289E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E1B312B-4E9A-405C-9CE8-103254380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0"/>
            <a:ext cx="10853745" cy="6858000"/>
            <a:chOff x="-1" y="0"/>
            <a:chExt cx="10934058" cy="6858000"/>
          </a:xfrm>
        </p:grpSpPr>
        <p:sp>
          <p:nvSpPr>
            <p:cNvPr id="17" name="Freeform: Shape 10">
              <a:extLst>
                <a:ext uri="{FF2B5EF4-FFF2-40B4-BE49-F238E27FC236}">
                  <a16:creationId xmlns:a16="http://schemas.microsoft.com/office/drawing/2014/main" id="{027ED404-4912-4C80-B5EB-98E67EB26A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" y="0"/>
              <a:ext cx="10515600" cy="6858000"/>
            </a:xfrm>
            <a:custGeom>
              <a:avLst/>
              <a:gdLst>
                <a:gd name="connsiteX0" fmla="*/ 0 w 10515600"/>
                <a:gd name="connsiteY0" fmla="*/ 0 h 6858000"/>
                <a:gd name="connsiteX1" fmla="*/ 3039549 w 10515600"/>
                <a:gd name="connsiteY1" fmla="*/ 0 h 6858000"/>
                <a:gd name="connsiteX2" fmla="*/ 3387573 w 10515600"/>
                <a:gd name="connsiteY2" fmla="*/ 0 h 6858000"/>
                <a:gd name="connsiteX3" fmla="*/ 3678072 w 10515600"/>
                <a:gd name="connsiteY3" fmla="*/ 0 h 6858000"/>
                <a:gd name="connsiteX4" fmla="*/ 3721524 w 10515600"/>
                <a:gd name="connsiteY4" fmla="*/ 0 h 6858000"/>
                <a:gd name="connsiteX5" fmla="*/ 4595394 w 10515600"/>
                <a:gd name="connsiteY5" fmla="*/ 0 h 6858000"/>
                <a:gd name="connsiteX6" fmla="*/ 4607603 w 10515600"/>
                <a:gd name="connsiteY6" fmla="*/ 0 h 6858000"/>
                <a:gd name="connsiteX7" fmla="*/ 4733044 w 10515600"/>
                <a:gd name="connsiteY7" fmla="*/ 0 h 6858000"/>
                <a:gd name="connsiteX8" fmla="*/ 6226185 w 10515600"/>
                <a:gd name="connsiteY8" fmla="*/ 0 h 6858000"/>
                <a:gd name="connsiteX9" fmla="*/ 8892577 w 10515600"/>
                <a:gd name="connsiteY9" fmla="*/ 0 h 6858000"/>
                <a:gd name="connsiteX10" fmla="*/ 8914701 w 10515600"/>
                <a:gd name="connsiteY10" fmla="*/ 14997 h 6858000"/>
                <a:gd name="connsiteX11" fmla="*/ 10515600 w 10515600"/>
                <a:gd name="connsiteY11" fmla="*/ 3621656 h 6858000"/>
                <a:gd name="connsiteX12" fmla="*/ 8641250 w 10515600"/>
                <a:gd name="connsiteY12" fmla="*/ 6374814 h 6858000"/>
                <a:gd name="connsiteX13" fmla="*/ 8124602 w 10515600"/>
                <a:gd name="connsiteY13" fmla="*/ 6780599 h 6858000"/>
                <a:gd name="connsiteX14" fmla="*/ 8012846 w 10515600"/>
                <a:gd name="connsiteY14" fmla="*/ 6858000 h 6858000"/>
                <a:gd name="connsiteX15" fmla="*/ 6226185 w 10515600"/>
                <a:gd name="connsiteY15" fmla="*/ 6858000 h 6858000"/>
                <a:gd name="connsiteX16" fmla="*/ 4607603 w 10515600"/>
                <a:gd name="connsiteY16" fmla="*/ 6858000 h 6858000"/>
                <a:gd name="connsiteX17" fmla="*/ 4595394 w 10515600"/>
                <a:gd name="connsiteY17" fmla="*/ 6858000 h 6858000"/>
                <a:gd name="connsiteX18" fmla="*/ 4424650 w 10515600"/>
                <a:gd name="connsiteY18" fmla="*/ 6858000 h 6858000"/>
                <a:gd name="connsiteX19" fmla="*/ 3721524 w 10515600"/>
                <a:gd name="connsiteY19" fmla="*/ 6858000 h 6858000"/>
                <a:gd name="connsiteX20" fmla="*/ 3678072 w 10515600"/>
                <a:gd name="connsiteY20" fmla="*/ 6858000 h 6858000"/>
                <a:gd name="connsiteX21" fmla="*/ 3387573 w 10515600"/>
                <a:gd name="connsiteY21" fmla="*/ 6858000 h 6858000"/>
                <a:gd name="connsiteX22" fmla="*/ 3039549 w 10515600"/>
                <a:gd name="connsiteY22" fmla="*/ 6858000 h 6858000"/>
                <a:gd name="connsiteX23" fmla="*/ 0 w 10515600"/>
                <a:gd name="connsiteY2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0515600" h="6858000">
                  <a:moveTo>
                    <a:pt x="0" y="0"/>
                  </a:moveTo>
                  <a:lnTo>
                    <a:pt x="3039549" y="0"/>
                  </a:lnTo>
                  <a:lnTo>
                    <a:pt x="3387573" y="0"/>
                  </a:lnTo>
                  <a:lnTo>
                    <a:pt x="3678072" y="0"/>
                  </a:lnTo>
                  <a:lnTo>
                    <a:pt x="3721524" y="0"/>
                  </a:lnTo>
                  <a:lnTo>
                    <a:pt x="4595394" y="0"/>
                  </a:lnTo>
                  <a:lnTo>
                    <a:pt x="4607603" y="0"/>
                  </a:lnTo>
                  <a:lnTo>
                    <a:pt x="4733044" y="0"/>
                  </a:lnTo>
                  <a:lnTo>
                    <a:pt x="6226185" y="0"/>
                  </a:lnTo>
                  <a:lnTo>
                    <a:pt x="8892577" y="0"/>
                  </a:lnTo>
                  <a:lnTo>
                    <a:pt x="8914701" y="14997"/>
                  </a:lnTo>
                  <a:cubicBezTo>
                    <a:pt x="9941864" y="754641"/>
                    <a:pt x="10515600" y="2093192"/>
                    <a:pt x="10515600" y="3621656"/>
                  </a:cubicBezTo>
                  <a:cubicBezTo>
                    <a:pt x="10515600" y="4969131"/>
                    <a:pt x="9586875" y="5602839"/>
                    <a:pt x="8641250" y="6374814"/>
                  </a:cubicBezTo>
                  <a:cubicBezTo>
                    <a:pt x="8469047" y="6515397"/>
                    <a:pt x="8298420" y="6653108"/>
                    <a:pt x="8124602" y="6780599"/>
                  </a:cubicBezTo>
                  <a:lnTo>
                    <a:pt x="8012846" y="6858000"/>
                  </a:lnTo>
                  <a:lnTo>
                    <a:pt x="6226185" y="6858000"/>
                  </a:lnTo>
                  <a:lnTo>
                    <a:pt x="4607603" y="6858000"/>
                  </a:lnTo>
                  <a:lnTo>
                    <a:pt x="4595394" y="6858000"/>
                  </a:lnTo>
                  <a:lnTo>
                    <a:pt x="4424650" y="6858000"/>
                  </a:lnTo>
                  <a:lnTo>
                    <a:pt x="3721524" y="6858000"/>
                  </a:lnTo>
                  <a:lnTo>
                    <a:pt x="3678072" y="6858000"/>
                  </a:lnTo>
                  <a:lnTo>
                    <a:pt x="3387573" y="6858000"/>
                  </a:lnTo>
                  <a:lnTo>
                    <a:pt x="3039549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E58012C-4DA3-4ED3-9500-41F9AF60B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404334" y="0"/>
              <a:ext cx="2529723" cy="6858000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18" name="Freeform: Shape 12">
              <a:extLst>
                <a:ext uri="{FF2B5EF4-FFF2-40B4-BE49-F238E27FC236}">
                  <a16:creationId xmlns:a16="http://schemas.microsoft.com/office/drawing/2014/main" id="{59AC73F7-22BD-4C46-B368-3F03B8478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184327" y="0"/>
              <a:ext cx="2536434" cy="6858000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5C99F96-8984-456F-BD66-5C019A651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53086" y="0"/>
              <a:ext cx="2261351" cy="6858000"/>
            </a:xfrm>
            <a:custGeom>
              <a:avLst/>
              <a:gdLst>
                <a:gd name="connsiteX0" fmla="*/ 879731 w 2521425"/>
                <a:gd name="connsiteY0" fmla="*/ 0 h 6858000"/>
                <a:gd name="connsiteX1" fmla="*/ 898402 w 2521425"/>
                <a:gd name="connsiteY1" fmla="*/ 0 h 6858000"/>
                <a:gd name="connsiteX2" fmla="*/ 920526 w 2521425"/>
                <a:gd name="connsiteY2" fmla="*/ 14997 h 6858000"/>
                <a:gd name="connsiteX3" fmla="*/ 2521425 w 2521425"/>
                <a:gd name="connsiteY3" fmla="*/ 3621656 h 6858000"/>
                <a:gd name="connsiteX4" fmla="*/ 647075 w 2521425"/>
                <a:gd name="connsiteY4" fmla="*/ 6374814 h 6858000"/>
                <a:gd name="connsiteX5" fmla="*/ 130427 w 2521425"/>
                <a:gd name="connsiteY5" fmla="*/ 6780599 h 6858000"/>
                <a:gd name="connsiteX6" fmla="*/ 18671 w 2521425"/>
                <a:gd name="connsiteY6" fmla="*/ 6858000 h 6858000"/>
                <a:gd name="connsiteX7" fmla="*/ 0 w 2521425"/>
                <a:gd name="connsiteY7" fmla="*/ 6858000 h 6858000"/>
                <a:gd name="connsiteX8" fmla="*/ 111756 w 2521425"/>
                <a:gd name="connsiteY8" fmla="*/ 6780599 h 6858000"/>
                <a:gd name="connsiteX9" fmla="*/ 628404 w 2521425"/>
                <a:gd name="connsiteY9" fmla="*/ 6374814 h 6858000"/>
                <a:gd name="connsiteX10" fmla="*/ 2502754 w 2521425"/>
                <a:gd name="connsiteY10" fmla="*/ 3621656 h 6858000"/>
                <a:gd name="connsiteX11" fmla="*/ 901855 w 2521425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1425" h="6858000">
                  <a:moveTo>
                    <a:pt x="879731" y="0"/>
                  </a:moveTo>
                  <a:lnTo>
                    <a:pt x="898402" y="0"/>
                  </a:lnTo>
                  <a:lnTo>
                    <a:pt x="920526" y="14997"/>
                  </a:lnTo>
                  <a:cubicBezTo>
                    <a:pt x="1947689" y="754641"/>
                    <a:pt x="2521425" y="2093192"/>
                    <a:pt x="2521425" y="3621656"/>
                  </a:cubicBezTo>
                  <a:cubicBezTo>
                    <a:pt x="2521425" y="4969131"/>
                    <a:pt x="1592700" y="5602839"/>
                    <a:pt x="647075" y="6374814"/>
                  </a:cubicBezTo>
                  <a:cubicBezTo>
                    <a:pt x="474872" y="6515397"/>
                    <a:pt x="304245" y="6653108"/>
                    <a:pt x="130427" y="6780599"/>
                  </a:cubicBezTo>
                  <a:lnTo>
                    <a:pt x="18671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1686602F-622F-F3A4-86EB-04547161A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0875" y="442913"/>
            <a:ext cx="6857365" cy="1344612"/>
          </a:xfrm>
        </p:spPr>
        <p:txBody>
          <a:bodyPr anchor="b">
            <a:normAutofit/>
          </a:bodyPr>
          <a:lstStyle/>
          <a:p>
            <a:r>
              <a:rPr lang="pl-PL" dirty="0"/>
              <a:t>Wymagania wstępne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AFBEE84-FF41-02E2-9077-217BD092C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0875" y="2312988"/>
            <a:ext cx="6857365" cy="3651250"/>
          </a:xfrm>
        </p:spPr>
        <p:txBody>
          <a:bodyPr>
            <a:norm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Podstawowa znajomość linii komend (</a:t>
            </a:r>
            <a:r>
              <a:rPr lang="pl-PL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Bash</a:t>
            </a:r>
            <a:r>
              <a:rPr lang="pl-PL">
                <a:effectLst/>
                <a:latin typeface="Arial" panose="020B0604020202020204" pitchFamily="34" charset="0"/>
                <a:ea typeface="Arial" panose="020B0604020202020204" pitchFamily="34" charset="0"/>
              </a:rPr>
              <a:t>/PowerShell)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>
                <a:effectLst/>
                <a:latin typeface="Arial" panose="020B0604020202020204" pitchFamily="34" charset="0"/>
                <a:ea typeface="Arial" panose="020B0604020202020204" pitchFamily="34" charset="0"/>
              </a:rPr>
              <a:t>Zainstalowany Docker na swoim komputerze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>
                <a:effectLst/>
                <a:latin typeface="Arial" panose="020B0604020202020204" pitchFamily="34" charset="0"/>
                <a:ea typeface="Arial" panose="020B0604020202020204" pitchFamily="34" charset="0"/>
              </a:rPr>
              <a:t>Zainstalowany </a:t>
            </a:r>
            <a:r>
              <a:rPr lang="pl-PL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Minikube</a:t>
            </a:r>
            <a:endParaRPr lang="pl-PL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Podstawowa wiedza na temat HTTP i sieci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Doświadczenie z testowaniem aplikacji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50692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8025800-B5DD-CF65-1481-2ECE1B9D6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Moduł 1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40C9E02-5718-6D0B-6BB2-A00970D15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Cele modułu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Zrozumienie konteneryzacji i różnic wobec maszyn wirtualnych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Praktyczne użycie Docker CLI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Zawartość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US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Architektura</a:t>
            </a:r>
            <a:r>
              <a:rPr lang="en-US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Docker (Docker Engine, registries, images)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Instalacja i konfiguracja Docker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Podstawowe komendy: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pull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run,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,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logs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Przegląd publicznych obrazów 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LAB: Uruchomienie pierwszego kontenera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720923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7FC6A8B-34F9-40FB-AA2D-E34168F528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F0232B4F-9CDE-1805-BF0B-FE6CDDECF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340" y="1105232"/>
            <a:ext cx="3013545" cy="4277802"/>
          </a:xfrm>
        </p:spPr>
        <p:txBody>
          <a:bodyPr anchor="ctr">
            <a:normAutofit/>
          </a:bodyPr>
          <a:lstStyle/>
          <a:p>
            <a:r>
              <a:rPr lang="pl-PL" dirty="0"/>
              <a:t>Moduł 2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4D684F8-91BF-481C-A965-722756A383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308533" y="0"/>
            <a:ext cx="7883467" cy="6858000"/>
            <a:chOff x="0" y="0"/>
            <a:chExt cx="7883467" cy="68580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5DF7B3C-29EF-4ADC-BFDC-C3A038AC43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7475746" cy="6858000"/>
            </a:xfrm>
            <a:custGeom>
              <a:avLst/>
              <a:gdLst>
                <a:gd name="connsiteX0" fmla="*/ 0 w 7475746"/>
                <a:gd name="connsiteY0" fmla="*/ 0 h 6858000"/>
                <a:gd name="connsiteX1" fmla="*/ 5859459 w 7475746"/>
                <a:gd name="connsiteY1" fmla="*/ 0 h 6858000"/>
                <a:gd name="connsiteX2" fmla="*/ 5874848 w 7475746"/>
                <a:gd name="connsiteY2" fmla="*/ 10445 h 6858000"/>
                <a:gd name="connsiteX3" fmla="*/ 7475746 w 7475746"/>
                <a:gd name="connsiteY3" fmla="*/ 3621913 h 6858000"/>
                <a:gd name="connsiteX4" fmla="*/ 5601397 w 7475746"/>
                <a:gd name="connsiteY4" fmla="*/ 6378742 h 6858000"/>
                <a:gd name="connsiteX5" fmla="*/ 5084748 w 7475746"/>
                <a:gd name="connsiteY5" fmla="*/ 6785068 h 6858000"/>
                <a:gd name="connsiteX6" fmla="*/ 4979585 w 7475746"/>
                <a:gd name="connsiteY6" fmla="*/ 6858000 h 6858000"/>
                <a:gd name="connsiteX7" fmla="*/ 0 w 7475746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475746" h="6858000">
                  <a:moveTo>
                    <a:pt x="0" y="0"/>
                  </a:moveTo>
                  <a:lnTo>
                    <a:pt x="5859459" y="0"/>
                  </a:lnTo>
                  <a:lnTo>
                    <a:pt x="5874848" y="10445"/>
                  </a:lnTo>
                  <a:cubicBezTo>
                    <a:pt x="6902010" y="751075"/>
                    <a:pt x="7475746" y="2091411"/>
                    <a:pt x="7475746" y="3621913"/>
                  </a:cubicBezTo>
                  <a:cubicBezTo>
                    <a:pt x="7475746" y="4971185"/>
                    <a:pt x="6547021" y="5605738"/>
                    <a:pt x="5601397" y="6378742"/>
                  </a:cubicBezTo>
                  <a:cubicBezTo>
                    <a:pt x="5429193" y="6519512"/>
                    <a:pt x="5258566" y="6657407"/>
                    <a:pt x="5084748" y="6785068"/>
                  </a:cubicBezTo>
                  <a:lnTo>
                    <a:pt x="4979585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0289037-6999-491E-AA63-CC1C3CBBF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53744" y="0"/>
              <a:ext cx="2529723" cy="6858000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97CF6DF-9FF9-4D10-B338-0BEFC0AA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33737" y="0"/>
              <a:ext cx="2536434" cy="6858000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graphicFrame>
        <p:nvGraphicFramePr>
          <p:cNvPr id="5" name="Symbol zastępczy zawartości 2">
            <a:extLst>
              <a:ext uri="{FF2B5EF4-FFF2-40B4-BE49-F238E27FC236}">
                <a16:creationId xmlns:a16="http://schemas.microsoft.com/office/drawing/2014/main" id="{1FC50388-C8B6-E874-281B-510BD8F028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7037004"/>
              </p:ext>
            </p:extLst>
          </p:nvPr>
        </p:nvGraphicFramePr>
        <p:xfrm>
          <a:off x="5972174" y="819150"/>
          <a:ext cx="5031485" cy="51450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67393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45A5B-EE3F-DE1A-11E4-A490E4CA3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7FC6A8B-34F9-40FB-AA2D-E34168F528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2673EFCF-0C50-A1C1-39FD-79FF890CD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340" y="1105232"/>
            <a:ext cx="3013545" cy="4277802"/>
          </a:xfrm>
        </p:spPr>
        <p:txBody>
          <a:bodyPr anchor="ctr">
            <a:normAutofit/>
          </a:bodyPr>
          <a:lstStyle/>
          <a:p>
            <a:r>
              <a:rPr lang="en-US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Moduł</a:t>
            </a:r>
            <a:r>
              <a:rPr lang="en-US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3</a:t>
            </a:r>
            <a:endParaRPr lang="pl-PL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4D684F8-91BF-481C-A965-722756A383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308533" y="0"/>
            <a:ext cx="7883467" cy="6858000"/>
            <a:chOff x="0" y="0"/>
            <a:chExt cx="7883467" cy="68580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5DF7B3C-29EF-4ADC-BFDC-C3A038AC43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7475746" cy="6858000"/>
            </a:xfrm>
            <a:custGeom>
              <a:avLst/>
              <a:gdLst>
                <a:gd name="connsiteX0" fmla="*/ 0 w 7475746"/>
                <a:gd name="connsiteY0" fmla="*/ 0 h 6858000"/>
                <a:gd name="connsiteX1" fmla="*/ 5859459 w 7475746"/>
                <a:gd name="connsiteY1" fmla="*/ 0 h 6858000"/>
                <a:gd name="connsiteX2" fmla="*/ 5874848 w 7475746"/>
                <a:gd name="connsiteY2" fmla="*/ 10445 h 6858000"/>
                <a:gd name="connsiteX3" fmla="*/ 7475746 w 7475746"/>
                <a:gd name="connsiteY3" fmla="*/ 3621913 h 6858000"/>
                <a:gd name="connsiteX4" fmla="*/ 5601397 w 7475746"/>
                <a:gd name="connsiteY4" fmla="*/ 6378742 h 6858000"/>
                <a:gd name="connsiteX5" fmla="*/ 5084748 w 7475746"/>
                <a:gd name="connsiteY5" fmla="*/ 6785068 h 6858000"/>
                <a:gd name="connsiteX6" fmla="*/ 4979585 w 7475746"/>
                <a:gd name="connsiteY6" fmla="*/ 6858000 h 6858000"/>
                <a:gd name="connsiteX7" fmla="*/ 0 w 7475746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475746" h="6858000">
                  <a:moveTo>
                    <a:pt x="0" y="0"/>
                  </a:moveTo>
                  <a:lnTo>
                    <a:pt x="5859459" y="0"/>
                  </a:lnTo>
                  <a:lnTo>
                    <a:pt x="5874848" y="10445"/>
                  </a:lnTo>
                  <a:cubicBezTo>
                    <a:pt x="6902010" y="751075"/>
                    <a:pt x="7475746" y="2091411"/>
                    <a:pt x="7475746" y="3621913"/>
                  </a:cubicBezTo>
                  <a:cubicBezTo>
                    <a:pt x="7475746" y="4971185"/>
                    <a:pt x="6547021" y="5605738"/>
                    <a:pt x="5601397" y="6378742"/>
                  </a:cubicBezTo>
                  <a:cubicBezTo>
                    <a:pt x="5429193" y="6519512"/>
                    <a:pt x="5258566" y="6657407"/>
                    <a:pt x="5084748" y="6785068"/>
                  </a:cubicBezTo>
                  <a:lnTo>
                    <a:pt x="4979585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0289037-6999-491E-AA63-CC1C3CBBF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53744" y="0"/>
              <a:ext cx="2529723" cy="6858000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97CF6DF-9FF9-4D10-B338-0BEFC0AA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33737" y="0"/>
              <a:ext cx="2536434" cy="6858000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graphicFrame>
        <p:nvGraphicFramePr>
          <p:cNvPr id="5" name="Symbol zastępczy zawartości 2">
            <a:extLst>
              <a:ext uri="{FF2B5EF4-FFF2-40B4-BE49-F238E27FC236}">
                <a16:creationId xmlns:a16="http://schemas.microsoft.com/office/drawing/2014/main" id="{F4EF9EB1-FF25-7B45-A27B-A03251104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892835"/>
              </p:ext>
            </p:extLst>
          </p:nvPr>
        </p:nvGraphicFramePr>
        <p:xfrm>
          <a:off x="5972174" y="819150"/>
          <a:ext cx="5031485" cy="51450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23334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7FC6A8B-34F9-40FB-AA2D-E34168F528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056E8ED-5B25-49AE-F9BD-EE056342D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340" y="1105232"/>
            <a:ext cx="3013545" cy="4277802"/>
          </a:xfrm>
        </p:spPr>
        <p:txBody>
          <a:bodyPr anchor="ctr">
            <a:normAutofit/>
          </a:bodyPr>
          <a:lstStyle/>
          <a:p>
            <a:r>
              <a:rPr lang="pl-PL" dirty="0"/>
              <a:t>Moduł 4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4D684F8-91BF-481C-A965-722756A383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308533" y="0"/>
            <a:ext cx="7883467" cy="6858000"/>
            <a:chOff x="0" y="0"/>
            <a:chExt cx="7883467" cy="68580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5DF7B3C-29EF-4ADC-BFDC-C3A038AC43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7475746" cy="6858000"/>
            </a:xfrm>
            <a:custGeom>
              <a:avLst/>
              <a:gdLst>
                <a:gd name="connsiteX0" fmla="*/ 0 w 7475746"/>
                <a:gd name="connsiteY0" fmla="*/ 0 h 6858000"/>
                <a:gd name="connsiteX1" fmla="*/ 5859459 w 7475746"/>
                <a:gd name="connsiteY1" fmla="*/ 0 h 6858000"/>
                <a:gd name="connsiteX2" fmla="*/ 5874848 w 7475746"/>
                <a:gd name="connsiteY2" fmla="*/ 10445 h 6858000"/>
                <a:gd name="connsiteX3" fmla="*/ 7475746 w 7475746"/>
                <a:gd name="connsiteY3" fmla="*/ 3621913 h 6858000"/>
                <a:gd name="connsiteX4" fmla="*/ 5601397 w 7475746"/>
                <a:gd name="connsiteY4" fmla="*/ 6378742 h 6858000"/>
                <a:gd name="connsiteX5" fmla="*/ 5084748 w 7475746"/>
                <a:gd name="connsiteY5" fmla="*/ 6785068 h 6858000"/>
                <a:gd name="connsiteX6" fmla="*/ 4979585 w 7475746"/>
                <a:gd name="connsiteY6" fmla="*/ 6858000 h 6858000"/>
                <a:gd name="connsiteX7" fmla="*/ 0 w 7475746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475746" h="6858000">
                  <a:moveTo>
                    <a:pt x="0" y="0"/>
                  </a:moveTo>
                  <a:lnTo>
                    <a:pt x="5859459" y="0"/>
                  </a:lnTo>
                  <a:lnTo>
                    <a:pt x="5874848" y="10445"/>
                  </a:lnTo>
                  <a:cubicBezTo>
                    <a:pt x="6902010" y="751075"/>
                    <a:pt x="7475746" y="2091411"/>
                    <a:pt x="7475746" y="3621913"/>
                  </a:cubicBezTo>
                  <a:cubicBezTo>
                    <a:pt x="7475746" y="4971185"/>
                    <a:pt x="6547021" y="5605738"/>
                    <a:pt x="5601397" y="6378742"/>
                  </a:cubicBezTo>
                  <a:cubicBezTo>
                    <a:pt x="5429193" y="6519512"/>
                    <a:pt x="5258566" y="6657407"/>
                    <a:pt x="5084748" y="6785068"/>
                  </a:cubicBezTo>
                  <a:lnTo>
                    <a:pt x="4979585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0289037-6999-491E-AA63-CC1C3CBBF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53744" y="0"/>
              <a:ext cx="2529723" cy="6858000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97CF6DF-9FF9-4D10-B338-0BEFC0AA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33737" y="0"/>
              <a:ext cx="2536434" cy="6858000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graphicFrame>
        <p:nvGraphicFramePr>
          <p:cNvPr id="5" name="Symbol zastępczy zawartości 2">
            <a:extLst>
              <a:ext uri="{FF2B5EF4-FFF2-40B4-BE49-F238E27FC236}">
                <a16:creationId xmlns:a16="http://schemas.microsoft.com/office/drawing/2014/main" id="{50441D83-5844-FFF8-323E-26627A802F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7239538"/>
              </p:ext>
            </p:extLst>
          </p:nvPr>
        </p:nvGraphicFramePr>
        <p:xfrm>
          <a:off x="5972174" y="819150"/>
          <a:ext cx="5031485" cy="51450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2995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7FC6A8B-34F9-40FB-AA2D-E34168F528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3D4C6249-AC49-D7FD-364C-1508A2AB1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340" y="1105232"/>
            <a:ext cx="3013545" cy="4277802"/>
          </a:xfrm>
        </p:spPr>
        <p:txBody>
          <a:bodyPr anchor="ctr">
            <a:normAutofit/>
          </a:bodyPr>
          <a:lstStyle/>
          <a:p>
            <a:r>
              <a:rPr lang="pl-PL" dirty="0"/>
              <a:t>Moduł 5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4D684F8-91BF-481C-A965-722756A383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308533" y="0"/>
            <a:ext cx="7883467" cy="6858000"/>
            <a:chOff x="0" y="0"/>
            <a:chExt cx="7883467" cy="68580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5DF7B3C-29EF-4ADC-BFDC-C3A038AC43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7475746" cy="6858000"/>
            </a:xfrm>
            <a:custGeom>
              <a:avLst/>
              <a:gdLst>
                <a:gd name="connsiteX0" fmla="*/ 0 w 7475746"/>
                <a:gd name="connsiteY0" fmla="*/ 0 h 6858000"/>
                <a:gd name="connsiteX1" fmla="*/ 5859459 w 7475746"/>
                <a:gd name="connsiteY1" fmla="*/ 0 h 6858000"/>
                <a:gd name="connsiteX2" fmla="*/ 5874848 w 7475746"/>
                <a:gd name="connsiteY2" fmla="*/ 10445 h 6858000"/>
                <a:gd name="connsiteX3" fmla="*/ 7475746 w 7475746"/>
                <a:gd name="connsiteY3" fmla="*/ 3621913 h 6858000"/>
                <a:gd name="connsiteX4" fmla="*/ 5601397 w 7475746"/>
                <a:gd name="connsiteY4" fmla="*/ 6378742 h 6858000"/>
                <a:gd name="connsiteX5" fmla="*/ 5084748 w 7475746"/>
                <a:gd name="connsiteY5" fmla="*/ 6785068 h 6858000"/>
                <a:gd name="connsiteX6" fmla="*/ 4979585 w 7475746"/>
                <a:gd name="connsiteY6" fmla="*/ 6858000 h 6858000"/>
                <a:gd name="connsiteX7" fmla="*/ 0 w 7475746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475746" h="6858000">
                  <a:moveTo>
                    <a:pt x="0" y="0"/>
                  </a:moveTo>
                  <a:lnTo>
                    <a:pt x="5859459" y="0"/>
                  </a:lnTo>
                  <a:lnTo>
                    <a:pt x="5874848" y="10445"/>
                  </a:lnTo>
                  <a:cubicBezTo>
                    <a:pt x="6902010" y="751075"/>
                    <a:pt x="7475746" y="2091411"/>
                    <a:pt x="7475746" y="3621913"/>
                  </a:cubicBezTo>
                  <a:cubicBezTo>
                    <a:pt x="7475746" y="4971185"/>
                    <a:pt x="6547021" y="5605738"/>
                    <a:pt x="5601397" y="6378742"/>
                  </a:cubicBezTo>
                  <a:cubicBezTo>
                    <a:pt x="5429193" y="6519512"/>
                    <a:pt x="5258566" y="6657407"/>
                    <a:pt x="5084748" y="6785068"/>
                  </a:cubicBezTo>
                  <a:lnTo>
                    <a:pt x="4979585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0289037-6999-491E-AA63-CC1C3CBBF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53744" y="0"/>
              <a:ext cx="2529723" cy="6858000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97CF6DF-9FF9-4D10-B338-0BEFC0AA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33737" y="0"/>
              <a:ext cx="2536434" cy="6858000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graphicFrame>
        <p:nvGraphicFramePr>
          <p:cNvPr id="5" name="Symbol zastępczy zawartości 2">
            <a:extLst>
              <a:ext uri="{FF2B5EF4-FFF2-40B4-BE49-F238E27FC236}">
                <a16:creationId xmlns:a16="http://schemas.microsoft.com/office/drawing/2014/main" id="{68082468-6169-88EF-C1E4-52EE3DD5AA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8794977"/>
              </p:ext>
            </p:extLst>
          </p:nvPr>
        </p:nvGraphicFramePr>
        <p:xfrm>
          <a:off x="5972174" y="819150"/>
          <a:ext cx="5031485" cy="51450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39165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CA184B6-3482-4F43-87F0-BC765DCFD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C869923-8380-4244-9548-802C33063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06255F2-BC67-4DDE-B34E-AC4BA21838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169443-FCCD-4C0A-8C69-18CD3FA09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DBF1ABE-8590-450D-BB49-BDDCCF3EE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B585BDEE-1F33-72C7-63B6-C7FAED1BB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531" y="1346268"/>
            <a:ext cx="5274860" cy="3066706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5400">
                <a:solidFill>
                  <a:schemeClr val="tx1">
                    <a:lumMod val="85000"/>
                    <a:lumOff val="15000"/>
                  </a:schemeClr>
                </a:solidFill>
              </a:rPr>
              <a:t>Moduł 1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C7D887A3-61AD-4674-BC53-8DFA8CF7B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79F0FB3-8461-462D-84A2-53106FBF4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553480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1E3C311-4E8A-45D9-97BF-07F5FD3469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58825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5" name="Picture 4" descr="Zakodowany kolor na planszy obwodu elektronicznego">
            <a:extLst>
              <a:ext uri="{FF2B5EF4-FFF2-40B4-BE49-F238E27FC236}">
                <a16:creationId xmlns:a16="http://schemas.microsoft.com/office/drawing/2014/main" id="{6F26661F-8E9A-70E5-E1FE-B1836194D5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676" r="13984" b="-1"/>
          <a:stretch>
            <a:fillRect/>
          </a:stretch>
        </p:blipFill>
        <p:spPr>
          <a:xfrm>
            <a:off x="7187979" y="10"/>
            <a:ext cx="5004021" cy="6857990"/>
          </a:xfrm>
          <a:custGeom>
            <a:avLst/>
            <a:gdLst/>
            <a:ahLst/>
            <a:cxnLst/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752900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37CA83-BA07-D77D-DC74-B0F227E3F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 - Czym jest konteneryzacja?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5CE10514-EC43-A418-BE6A-F3394A817B1B}"/>
              </a:ext>
            </a:extLst>
          </p:cNvPr>
          <p:cNvSpPr txBox="1"/>
          <p:nvPr/>
        </p:nvSpPr>
        <p:spPr>
          <a:xfrm>
            <a:off x="882869" y="1114854"/>
            <a:ext cx="1513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4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🐳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3089D19F-80F6-7A89-AA49-E298B3857059}"/>
              </a:ext>
            </a:extLst>
          </p:cNvPr>
          <p:cNvSpPr/>
          <p:nvPr/>
        </p:nvSpPr>
        <p:spPr>
          <a:xfrm>
            <a:off x="1418897" y="2984938"/>
            <a:ext cx="2879834" cy="2322786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Maszyna </a:t>
            </a:r>
          </a:p>
          <a:p>
            <a:pPr algn="ctr"/>
            <a:endParaRPr lang="pl-PL" dirty="0"/>
          </a:p>
          <a:p>
            <a:pPr algn="ctr"/>
            <a:endParaRPr lang="pl-PL" dirty="0"/>
          </a:p>
          <a:p>
            <a:pPr algn="ctr"/>
            <a:endParaRPr lang="pl-PL" dirty="0"/>
          </a:p>
          <a:p>
            <a:pPr algn="ctr"/>
            <a:endParaRPr lang="pl-PL" dirty="0"/>
          </a:p>
          <a:p>
            <a:pPr algn="ctr"/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D2168F6C-5498-E7AC-B289-AAA2BDBDE61B}"/>
              </a:ext>
            </a:extLst>
          </p:cNvPr>
          <p:cNvSpPr/>
          <p:nvPr/>
        </p:nvSpPr>
        <p:spPr>
          <a:xfrm>
            <a:off x="1986455" y="3689131"/>
            <a:ext cx="1744717" cy="4572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800" dirty="0"/>
              <a:t>Pełen OS(4-10BG)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3DDE7298-15E0-FD40-E49D-2C2138E6678A}"/>
              </a:ext>
            </a:extLst>
          </p:cNvPr>
          <p:cNvSpPr/>
          <p:nvPr/>
        </p:nvSpPr>
        <p:spPr>
          <a:xfrm>
            <a:off x="1986455" y="4269827"/>
            <a:ext cx="1744717" cy="4572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800" dirty="0"/>
              <a:t>Duże zasoby</a:t>
            </a:r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53EDA58E-D6F7-F2BB-565D-A3D621D4CFDC}"/>
              </a:ext>
            </a:extLst>
          </p:cNvPr>
          <p:cNvSpPr/>
          <p:nvPr/>
        </p:nvSpPr>
        <p:spPr>
          <a:xfrm>
            <a:off x="1986454" y="4788775"/>
            <a:ext cx="1744717" cy="4572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800" dirty="0" err="1"/>
              <a:t>Boot</a:t>
            </a:r>
            <a:r>
              <a:rPr lang="pl-PL" sz="800" dirty="0"/>
              <a:t> </a:t>
            </a:r>
            <a:r>
              <a:rPr lang="pl-PL" sz="800" dirty="0" err="1"/>
              <a:t>time</a:t>
            </a:r>
            <a:r>
              <a:rPr lang="pl-PL" sz="800" dirty="0"/>
              <a:t> </a:t>
            </a:r>
          </a:p>
        </p:txBody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D6AED8C3-3226-5723-94C0-581561189082}"/>
              </a:ext>
            </a:extLst>
          </p:cNvPr>
          <p:cNvSpPr/>
          <p:nvPr/>
        </p:nvSpPr>
        <p:spPr>
          <a:xfrm>
            <a:off x="5985642" y="2984938"/>
            <a:ext cx="2879834" cy="232278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Kontener </a:t>
            </a:r>
          </a:p>
          <a:p>
            <a:pPr algn="ctr"/>
            <a:endParaRPr lang="pl-PL" dirty="0"/>
          </a:p>
          <a:p>
            <a:pPr algn="ctr"/>
            <a:endParaRPr lang="pl-PL" dirty="0"/>
          </a:p>
          <a:p>
            <a:pPr algn="ctr"/>
            <a:endParaRPr lang="pl-PL" dirty="0"/>
          </a:p>
          <a:p>
            <a:pPr algn="ctr"/>
            <a:endParaRPr lang="pl-PL" dirty="0"/>
          </a:p>
          <a:p>
            <a:pPr algn="ctr"/>
            <a:endParaRPr lang="pl-PL" dirty="0"/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9C1ACDDD-F331-6335-E601-914B98C5B6A3}"/>
              </a:ext>
            </a:extLst>
          </p:cNvPr>
          <p:cNvSpPr/>
          <p:nvPr/>
        </p:nvSpPr>
        <p:spPr>
          <a:xfrm>
            <a:off x="6553199" y="3689131"/>
            <a:ext cx="174471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l-PL" sz="800" dirty="0"/>
              <a:t>Lekkie (MB)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407C8667-1A35-C830-EA8B-A9CB173F3537}"/>
              </a:ext>
            </a:extLst>
          </p:cNvPr>
          <p:cNvSpPr/>
          <p:nvPr/>
        </p:nvSpPr>
        <p:spPr>
          <a:xfrm>
            <a:off x="6553199" y="4269827"/>
            <a:ext cx="174471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l-PL" sz="800" dirty="0"/>
              <a:t>Izolacja na poziomie procesów</a:t>
            </a:r>
          </a:p>
        </p:txBody>
      </p:sp>
      <p:sp>
        <p:nvSpPr>
          <p:cNvPr id="13" name="Prostokąt 12">
            <a:extLst>
              <a:ext uri="{FF2B5EF4-FFF2-40B4-BE49-F238E27FC236}">
                <a16:creationId xmlns:a16="http://schemas.microsoft.com/office/drawing/2014/main" id="{A7C6FF69-5319-6D0D-D875-13A955C88277}"/>
              </a:ext>
            </a:extLst>
          </p:cNvPr>
          <p:cNvSpPr/>
          <p:nvPr/>
        </p:nvSpPr>
        <p:spPr>
          <a:xfrm>
            <a:off x="6553199" y="4788775"/>
            <a:ext cx="174471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l-PL" sz="800" dirty="0" err="1"/>
              <a:t>Build</a:t>
            </a:r>
            <a:r>
              <a:rPr lang="pl-PL" sz="800" dirty="0"/>
              <a:t> </a:t>
            </a:r>
            <a:r>
              <a:rPr lang="pl-PL" sz="800" dirty="0" err="1"/>
              <a:t>once</a:t>
            </a:r>
            <a:r>
              <a:rPr lang="pl-PL" sz="800" dirty="0"/>
              <a:t> run </a:t>
            </a:r>
            <a:r>
              <a:rPr lang="pl-PL" sz="800" dirty="0" err="1"/>
              <a:t>anyware</a:t>
            </a:r>
            <a:endParaRPr lang="pl-PL" sz="800" dirty="0"/>
          </a:p>
        </p:txBody>
      </p:sp>
    </p:spTree>
    <p:extLst>
      <p:ext uri="{BB962C8B-B14F-4D97-AF65-F5344CB8AC3E}">
        <p14:creationId xmlns:p14="http://schemas.microsoft.com/office/powerpoint/2010/main" val="4290259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E7043-A5D7-A8E3-AD57-020B0C14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ole tekstowe 4">
            <a:extLst>
              <a:ext uri="{FF2B5EF4-FFF2-40B4-BE49-F238E27FC236}">
                <a16:creationId xmlns:a16="http://schemas.microsoft.com/office/drawing/2014/main" id="{F4ABC7D4-B4FE-C24F-907C-08237F61A0AC}"/>
              </a:ext>
            </a:extLst>
          </p:cNvPr>
          <p:cNvSpPr txBox="1"/>
          <p:nvPr/>
        </p:nvSpPr>
        <p:spPr>
          <a:xfrm>
            <a:off x="882869" y="1114854"/>
            <a:ext cx="1513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4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🐳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A7464D7E-85CF-8F65-5088-7F6F981B99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39" y="442219"/>
            <a:ext cx="9388891" cy="6259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361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36879EBF-6830-0CDA-2399-9B044D812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031" y="0"/>
            <a:ext cx="10222029" cy="68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4760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53F692D-7F61-E646-4C5D-C4C95C337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DDC248D-5CAE-B0BF-41E7-0C4B88C5E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F1F6D1B5-3380-9DC5-3AA5-F25499622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616" y="-17112"/>
            <a:ext cx="10312668" cy="687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86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B6D2BB9-54DD-4E19-B6E7-F3647DB20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1CE6771-5A7A-A0F9-95B1-286C9D137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34FB45A6-0691-7B2A-FD1F-1D0A8194B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759" y="0"/>
            <a:ext cx="9879531" cy="6586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5723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11499F5-E141-FDC7-F949-DF5D3DF30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24F68CC-887E-B488-9483-17767F7C7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0FA474D9-D5E8-53F9-512B-61564DA76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883" y="116572"/>
            <a:ext cx="9937283" cy="662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568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B93BEFD-876F-24E1-BE99-073A32EBD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9D4D74A-06DC-DE93-273B-E32D278FE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69CA53C-0F72-BD09-C98D-713EF3E49A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694" y="68446"/>
            <a:ext cx="10081661" cy="6721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7197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93B4D24-F4A8-4141-A20A-E0575D1996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CCEEF8A-4A3A-4B35-AA57-D804767F5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0"/>
            <a:ext cx="12191696" cy="6170490"/>
            <a:chOff x="-2" y="0"/>
            <a:chExt cx="12191696" cy="617049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5A741C2-AB82-4BF5-9324-5D0B56A3D0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3167675" y="-3167677"/>
              <a:ext cx="5856341" cy="12191695"/>
            </a:xfrm>
            <a:custGeom>
              <a:avLst/>
              <a:gdLst>
                <a:gd name="connsiteX0" fmla="*/ 0 w 5856341"/>
                <a:gd name="connsiteY0" fmla="*/ 12191695 h 12191695"/>
                <a:gd name="connsiteX1" fmla="*/ 0 w 5856341"/>
                <a:gd name="connsiteY1" fmla="*/ 0 h 12191695"/>
                <a:gd name="connsiteX2" fmla="*/ 243849 w 5856341"/>
                <a:gd name="connsiteY2" fmla="*/ 0 h 12191695"/>
                <a:gd name="connsiteX3" fmla="*/ 505121 w 5856341"/>
                <a:gd name="connsiteY3" fmla="*/ 0 h 12191695"/>
                <a:gd name="connsiteX4" fmla="*/ 723207 w 5856341"/>
                <a:gd name="connsiteY4" fmla="*/ 0 h 12191695"/>
                <a:gd name="connsiteX5" fmla="*/ 755828 w 5856341"/>
                <a:gd name="connsiteY5" fmla="*/ 0 h 12191695"/>
                <a:gd name="connsiteX6" fmla="*/ 1411868 w 5856341"/>
                <a:gd name="connsiteY6" fmla="*/ 0 h 12191695"/>
                <a:gd name="connsiteX7" fmla="*/ 1421034 w 5856341"/>
                <a:gd name="connsiteY7" fmla="*/ 0 h 12191695"/>
                <a:gd name="connsiteX8" fmla="*/ 1515206 w 5856341"/>
                <a:gd name="connsiteY8" fmla="*/ 0 h 12191695"/>
                <a:gd name="connsiteX9" fmla="*/ 2636151 w 5856341"/>
                <a:gd name="connsiteY9" fmla="*/ 0 h 12191695"/>
                <a:gd name="connsiteX10" fmla="*/ 4637890 w 5856341"/>
                <a:gd name="connsiteY10" fmla="*/ 0 h 12191695"/>
                <a:gd name="connsiteX11" fmla="*/ 4654499 w 5856341"/>
                <a:gd name="connsiteY11" fmla="*/ 26661 h 12191695"/>
                <a:gd name="connsiteX12" fmla="*/ 5856341 w 5856341"/>
                <a:gd name="connsiteY12" fmla="*/ 6438338 h 12191695"/>
                <a:gd name="connsiteX13" fmla="*/ 4449211 w 5856341"/>
                <a:gd name="connsiteY13" fmla="*/ 11332719 h 12191695"/>
                <a:gd name="connsiteX14" fmla="*/ 4061349 w 5856341"/>
                <a:gd name="connsiteY14" fmla="*/ 12054097 h 12191695"/>
                <a:gd name="connsiteX15" fmla="*/ 3977450 w 5856341"/>
                <a:gd name="connsiteY15" fmla="*/ 12191695 h 12191695"/>
                <a:gd name="connsiteX16" fmla="*/ 2636151 w 5856341"/>
                <a:gd name="connsiteY16" fmla="*/ 12191695 h 12191695"/>
                <a:gd name="connsiteX17" fmla="*/ 1421034 w 5856341"/>
                <a:gd name="connsiteY17" fmla="*/ 12191695 h 12191695"/>
                <a:gd name="connsiteX18" fmla="*/ 1411868 w 5856341"/>
                <a:gd name="connsiteY18" fmla="*/ 12191695 h 12191695"/>
                <a:gd name="connsiteX19" fmla="*/ 1283685 w 5856341"/>
                <a:gd name="connsiteY19" fmla="*/ 12191695 h 12191695"/>
                <a:gd name="connsiteX20" fmla="*/ 755828 w 5856341"/>
                <a:gd name="connsiteY20" fmla="*/ 12191695 h 12191695"/>
                <a:gd name="connsiteX21" fmla="*/ 723207 w 5856341"/>
                <a:gd name="connsiteY21" fmla="*/ 12191695 h 12191695"/>
                <a:gd name="connsiteX22" fmla="*/ 505121 w 5856341"/>
                <a:gd name="connsiteY22" fmla="*/ 12191695 h 12191695"/>
                <a:gd name="connsiteX23" fmla="*/ 243849 w 5856341"/>
                <a:gd name="connsiteY23" fmla="*/ 12191695 h 12191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856341" h="12191695">
                  <a:moveTo>
                    <a:pt x="0" y="12191695"/>
                  </a:moveTo>
                  <a:lnTo>
                    <a:pt x="0" y="0"/>
                  </a:lnTo>
                  <a:lnTo>
                    <a:pt x="243849" y="0"/>
                  </a:lnTo>
                  <a:lnTo>
                    <a:pt x="505121" y="0"/>
                  </a:lnTo>
                  <a:lnTo>
                    <a:pt x="723207" y="0"/>
                  </a:lnTo>
                  <a:lnTo>
                    <a:pt x="755828" y="0"/>
                  </a:lnTo>
                  <a:lnTo>
                    <a:pt x="1411868" y="0"/>
                  </a:lnTo>
                  <a:lnTo>
                    <a:pt x="1421034" y="0"/>
                  </a:lnTo>
                  <a:lnTo>
                    <a:pt x="1515206" y="0"/>
                  </a:lnTo>
                  <a:lnTo>
                    <a:pt x="2636151" y="0"/>
                  </a:lnTo>
                  <a:lnTo>
                    <a:pt x="4637890" y="0"/>
                  </a:lnTo>
                  <a:lnTo>
                    <a:pt x="4654499" y="26661"/>
                  </a:lnTo>
                  <a:cubicBezTo>
                    <a:pt x="5425621" y="1341551"/>
                    <a:pt x="5856341" y="3721137"/>
                    <a:pt x="5856341" y="6438338"/>
                  </a:cubicBezTo>
                  <a:cubicBezTo>
                    <a:pt x="5856341" y="8833790"/>
                    <a:pt x="5159120" y="9960353"/>
                    <a:pt x="4449211" y="11332719"/>
                  </a:cubicBezTo>
                  <a:cubicBezTo>
                    <a:pt x="4319934" y="11582638"/>
                    <a:pt x="4191839" y="11827452"/>
                    <a:pt x="4061349" y="12054097"/>
                  </a:cubicBezTo>
                  <a:lnTo>
                    <a:pt x="3977450" y="12191695"/>
                  </a:lnTo>
                  <a:lnTo>
                    <a:pt x="2636151" y="12191695"/>
                  </a:lnTo>
                  <a:lnTo>
                    <a:pt x="1421034" y="12191695"/>
                  </a:lnTo>
                  <a:lnTo>
                    <a:pt x="1411868" y="12191695"/>
                  </a:lnTo>
                  <a:lnTo>
                    <a:pt x="1283685" y="12191695"/>
                  </a:lnTo>
                  <a:lnTo>
                    <a:pt x="755828" y="12191695"/>
                  </a:lnTo>
                  <a:lnTo>
                    <a:pt x="723207" y="12191695"/>
                  </a:lnTo>
                  <a:lnTo>
                    <a:pt x="505121" y="12191695"/>
                  </a:lnTo>
                  <a:lnTo>
                    <a:pt x="243849" y="12191695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CD46807-BF17-4E5D-90A8-A062604C00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146277" y="-874927"/>
              <a:ext cx="1899138" cy="12191695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23926DB-76C8-474A-B5FB-F43C59E33F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143758" y="-1037574"/>
              <a:ext cx="1904176" cy="12191695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C1F5347-E00A-4E12-AC11-18E0B1AF2D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247015" y="-1314429"/>
              <a:ext cx="1697663" cy="12191695"/>
            </a:xfrm>
            <a:custGeom>
              <a:avLst/>
              <a:gdLst>
                <a:gd name="connsiteX0" fmla="*/ 879731 w 2521425"/>
                <a:gd name="connsiteY0" fmla="*/ 0 h 6858000"/>
                <a:gd name="connsiteX1" fmla="*/ 898402 w 2521425"/>
                <a:gd name="connsiteY1" fmla="*/ 0 h 6858000"/>
                <a:gd name="connsiteX2" fmla="*/ 920526 w 2521425"/>
                <a:gd name="connsiteY2" fmla="*/ 14997 h 6858000"/>
                <a:gd name="connsiteX3" fmla="*/ 2521425 w 2521425"/>
                <a:gd name="connsiteY3" fmla="*/ 3621656 h 6858000"/>
                <a:gd name="connsiteX4" fmla="*/ 647075 w 2521425"/>
                <a:gd name="connsiteY4" fmla="*/ 6374814 h 6858000"/>
                <a:gd name="connsiteX5" fmla="*/ 130427 w 2521425"/>
                <a:gd name="connsiteY5" fmla="*/ 6780599 h 6858000"/>
                <a:gd name="connsiteX6" fmla="*/ 18671 w 2521425"/>
                <a:gd name="connsiteY6" fmla="*/ 6858000 h 6858000"/>
                <a:gd name="connsiteX7" fmla="*/ 0 w 2521425"/>
                <a:gd name="connsiteY7" fmla="*/ 6858000 h 6858000"/>
                <a:gd name="connsiteX8" fmla="*/ 111756 w 2521425"/>
                <a:gd name="connsiteY8" fmla="*/ 6780599 h 6858000"/>
                <a:gd name="connsiteX9" fmla="*/ 628404 w 2521425"/>
                <a:gd name="connsiteY9" fmla="*/ 6374814 h 6858000"/>
                <a:gd name="connsiteX10" fmla="*/ 2502754 w 2521425"/>
                <a:gd name="connsiteY10" fmla="*/ 3621656 h 6858000"/>
                <a:gd name="connsiteX11" fmla="*/ 901855 w 2521425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1425" h="6858000">
                  <a:moveTo>
                    <a:pt x="879731" y="0"/>
                  </a:moveTo>
                  <a:lnTo>
                    <a:pt x="898402" y="0"/>
                  </a:lnTo>
                  <a:lnTo>
                    <a:pt x="920526" y="14997"/>
                  </a:lnTo>
                  <a:cubicBezTo>
                    <a:pt x="1947689" y="754641"/>
                    <a:pt x="2521425" y="2093192"/>
                    <a:pt x="2521425" y="3621656"/>
                  </a:cubicBezTo>
                  <a:cubicBezTo>
                    <a:pt x="2521425" y="4969131"/>
                    <a:pt x="1592700" y="5602839"/>
                    <a:pt x="647075" y="6374814"/>
                  </a:cubicBezTo>
                  <a:cubicBezTo>
                    <a:pt x="474872" y="6515397"/>
                    <a:pt x="304245" y="6653108"/>
                    <a:pt x="130427" y="6780599"/>
                  </a:cubicBezTo>
                  <a:lnTo>
                    <a:pt x="18671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9B78F097-DBE5-D36A-9B41-D80F2A4A0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0875" y="85896"/>
            <a:ext cx="9224920" cy="1344612"/>
          </a:xfrm>
        </p:spPr>
        <p:txBody>
          <a:bodyPr anchor="b">
            <a:normAutofit/>
          </a:bodyPr>
          <a:lstStyle/>
          <a:p>
            <a:pPr>
              <a:lnSpc>
                <a:spcPct val="120000"/>
              </a:lnSpc>
            </a:pPr>
            <a:r>
              <a:rPr lang="pl-PL" sz="3000" dirty="0"/>
              <a:t>Architektura image - </a:t>
            </a:r>
            <a:r>
              <a:rPr lang="pl-PL" sz="3000" dirty="0" err="1"/>
              <a:t>dockerfile</a:t>
            </a:r>
            <a:endParaRPr lang="pl-PL" sz="3000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821ECDB6-FF85-ECA9-A996-46BCD30AEE3D}"/>
              </a:ext>
            </a:extLst>
          </p:cNvPr>
          <p:cNvSpPr txBox="1"/>
          <p:nvPr/>
        </p:nvSpPr>
        <p:spPr>
          <a:xfrm>
            <a:off x="1135117" y="1731984"/>
            <a:ext cx="403597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400" dirty="0"/>
              <a:t># Bazowy obraz z </a:t>
            </a:r>
            <a:r>
              <a:rPr lang="pl-PL" sz="1400" dirty="0" err="1"/>
              <a:t>Node.js</a:t>
            </a:r>
            <a:endParaRPr lang="pl-PL" sz="1400" dirty="0"/>
          </a:p>
          <a:p>
            <a:r>
              <a:rPr lang="pl-PL" sz="1400" dirty="0"/>
              <a:t>FROM node:20-alpine</a:t>
            </a:r>
          </a:p>
          <a:p>
            <a:endParaRPr lang="pl-PL" sz="1400" dirty="0"/>
          </a:p>
          <a:p>
            <a:r>
              <a:rPr lang="pl-PL" sz="1400" dirty="0"/>
              <a:t># Ustaw katalog roboczy w kontenerze</a:t>
            </a:r>
          </a:p>
          <a:p>
            <a:r>
              <a:rPr lang="pl-PL" sz="1400" dirty="0"/>
              <a:t>WORKDIR /</a:t>
            </a:r>
            <a:r>
              <a:rPr lang="pl-PL" sz="1400" dirty="0" err="1"/>
              <a:t>app</a:t>
            </a:r>
            <a:endParaRPr lang="pl-PL" sz="1400" dirty="0"/>
          </a:p>
          <a:p>
            <a:endParaRPr lang="pl-PL" sz="1400" dirty="0"/>
          </a:p>
          <a:p>
            <a:r>
              <a:rPr lang="pl-PL" sz="1400" dirty="0"/>
              <a:t># Skopiuj pliki zależności</a:t>
            </a:r>
          </a:p>
          <a:p>
            <a:r>
              <a:rPr lang="pl-PL" sz="1400" dirty="0"/>
              <a:t>COPY </a:t>
            </a:r>
            <a:r>
              <a:rPr lang="pl-PL" sz="1400" dirty="0" err="1"/>
              <a:t>package</a:t>
            </a:r>
            <a:r>
              <a:rPr lang="pl-PL" sz="1400" dirty="0"/>
              <a:t>*.</a:t>
            </a:r>
            <a:r>
              <a:rPr lang="pl-PL" sz="1400" dirty="0" err="1"/>
              <a:t>json</a:t>
            </a:r>
            <a:r>
              <a:rPr lang="pl-PL" sz="1400" dirty="0"/>
              <a:t> ./</a:t>
            </a:r>
          </a:p>
          <a:p>
            <a:endParaRPr lang="pl-PL" sz="1400" dirty="0"/>
          </a:p>
          <a:p>
            <a:r>
              <a:rPr lang="pl-PL" sz="1400" dirty="0"/>
              <a:t># Zainstaluj zależności</a:t>
            </a:r>
          </a:p>
          <a:p>
            <a:r>
              <a:rPr lang="pl-PL" sz="1400" dirty="0"/>
              <a:t>RUN </a:t>
            </a:r>
            <a:r>
              <a:rPr lang="pl-PL" sz="1400" dirty="0" err="1"/>
              <a:t>npm</a:t>
            </a:r>
            <a:r>
              <a:rPr lang="pl-PL" sz="1400" dirty="0"/>
              <a:t> </a:t>
            </a:r>
            <a:r>
              <a:rPr lang="pl-PL" sz="1400" dirty="0" err="1"/>
              <a:t>install</a:t>
            </a:r>
            <a:endParaRPr lang="pl-PL" sz="1400" dirty="0"/>
          </a:p>
          <a:p>
            <a:endParaRPr lang="pl-PL" sz="1400" dirty="0"/>
          </a:p>
          <a:p>
            <a:r>
              <a:rPr lang="pl-PL" sz="1400" dirty="0"/>
              <a:t># Skopiuj resztę plików aplikacji</a:t>
            </a:r>
          </a:p>
          <a:p>
            <a:r>
              <a:rPr lang="pl-PL" sz="1400" dirty="0"/>
              <a:t>COPY . .</a:t>
            </a:r>
          </a:p>
          <a:p>
            <a:endParaRPr lang="pl-PL" sz="1400" dirty="0"/>
          </a:p>
          <a:p>
            <a:r>
              <a:rPr lang="pl-PL" sz="1400" dirty="0"/>
              <a:t># Aplikacja nasłuchuje na porcie 3000</a:t>
            </a:r>
          </a:p>
          <a:p>
            <a:r>
              <a:rPr lang="pl-PL" sz="1400" dirty="0"/>
              <a:t>EXPOSE 3000</a:t>
            </a:r>
          </a:p>
          <a:p>
            <a:endParaRPr lang="pl-PL" sz="1400" dirty="0"/>
          </a:p>
          <a:p>
            <a:r>
              <a:rPr lang="pl-PL" sz="1400" dirty="0"/>
              <a:t># Komenda uruchamiająca aplikację</a:t>
            </a:r>
          </a:p>
          <a:p>
            <a:r>
              <a:rPr lang="pl-PL" sz="1400" dirty="0"/>
              <a:t>CMD ["</a:t>
            </a:r>
            <a:r>
              <a:rPr lang="pl-PL" sz="1400" dirty="0" err="1"/>
              <a:t>npm</a:t>
            </a:r>
            <a:r>
              <a:rPr lang="pl-PL" sz="1400" dirty="0"/>
              <a:t>", "start"]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DA307799-7094-74E4-9984-34C1B74771A8}"/>
              </a:ext>
            </a:extLst>
          </p:cNvPr>
          <p:cNvSpPr txBox="1"/>
          <p:nvPr/>
        </p:nvSpPr>
        <p:spPr>
          <a:xfrm>
            <a:off x="6096000" y="1849014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FROM wybiera obraz bazowy</a:t>
            </a:r>
          </a:p>
          <a:p>
            <a:endParaRPr lang="pl-PL" dirty="0"/>
          </a:p>
          <a:p>
            <a:r>
              <a:rPr lang="pl-PL" dirty="0"/>
              <a:t>WORKDIR ustawia katalog roboczy</a:t>
            </a:r>
          </a:p>
          <a:p>
            <a:endParaRPr lang="pl-PL" dirty="0"/>
          </a:p>
          <a:p>
            <a:r>
              <a:rPr lang="pl-PL" dirty="0"/>
              <a:t>COPY kopiuje pliki do kontenera</a:t>
            </a:r>
          </a:p>
          <a:p>
            <a:endParaRPr lang="pl-PL" dirty="0"/>
          </a:p>
          <a:p>
            <a:r>
              <a:rPr lang="pl-PL" dirty="0"/>
              <a:t>RUN wykonuje polecenie podczas budowania obrazu</a:t>
            </a:r>
          </a:p>
          <a:p>
            <a:endParaRPr lang="pl-PL" dirty="0"/>
          </a:p>
          <a:p>
            <a:r>
              <a:rPr lang="pl-PL" dirty="0"/>
              <a:t>EXPOSE informuje o porcie</a:t>
            </a:r>
          </a:p>
          <a:p>
            <a:endParaRPr lang="pl-PL" dirty="0"/>
          </a:p>
          <a:p>
            <a:r>
              <a:rPr lang="pl-PL" dirty="0"/>
              <a:t>CMD uruchamia aplikację po starcie kontenera</a:t>
            </a:r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F5AC0905-6FF5-B7A1-678C-64F010DBD5ED}"/>
              </a:ext>
            </a:extLst>
          </p:cNvPr>
          <p:cNvSpPr txBox="1"/>
          <p:nvPr/>
        </p:nvSpPr>
        <p:spPr>
          <a:xfrm>
            <a:off x="735725" y="632999"/>
            <a:ext cx="1513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4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🐳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2567169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030BEF0-1B0A-2401-06A1-6E9186977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Budowanie i uruchamianie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CA8344-D303-82C5-1B99-53DF4D7D4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 err="1">
                <a:solidFill>
                  <a:schemeClr val="accent1">
                    <a:lumMod val="75000"/>
                  </a:schemeClr>
                </a:solidFill>
              </a:rPr>
              <a:t>docker</a:t>
            </a:r>
            <a:r>
              <a:rPr lang="pl-PL" dirty="0"/>
              <a:t> </a:t>
            </a:r>
            <a:r>
              <a:rPr lang="pl-PL" b="1" dirty="0" err="1"/>
              <a:t>build</a:t>
            </a:r>
            <a:r>
              <a:rPr lang="pl-PL" dirty="0"/>
              <a:t> </a:t>
            </a:r>
            <a:r>
              <a:rPr lang="pl-PL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-t</a:t>
            </a:r>
            <a:r>
              <a:rPr lang="pl-PL" dirty="0"/>
              <a:t> moja-obraz   </a:t>
            </a:r>
            <a:r>
              <a:rPr lang="pl-PL" sz="4800" dirty="0">
                <a:solidFill>
                  <a:srgbClr val="92D050"/>
                </a:solidFill>
              </a:rPr>
              <a:t>.</a:t>
            </a:r>
          </a:p>
          <a:p>
            <a:br>
              <a:rPr lang="pl-PL" dirty="0"/>
            </a:br>
            <a:endParaRPr lang="pl-PL" dirty="0"/>
          </a:p>
          <a:p>
            <a:endParaRPr lang="pl-PL" dirty="0"/>
          </a:p>
          <a:p>
            <a:r>
              <a:rPr lang="pl-PL" dirty="0" err="1"/>
              <a:t>docker</a:t>
            </a:r>
            <a:r>
              <a:rPr lang="pl-PL" dirty="0"/>
              <a:t> </a:t>
            </a:r>
            <a:r>
              <a:rPr lang="pl-PL" b="1" dirty="0"/>
              <a:t>run</a:t>
            </a:r>
            <a:r>
              <a:rPr lang="pl-PL" dirty="0"/>
              <a:t> </a:t>
            </a:r>
            <a:r>
              <a:rPr lang="pl-PL" dirty="0">
                <a:solidFill>
                  <a:srgbClr val="92D050"/>
                </a:solidFill>
              </a:rPr>
              <a:t>-p</a:t>
            </a:r>
            <a:r>
              <a:rPr lang="pl-PL" dirty="0"/>
              <a:t> </a:t>
            </a:r>
            <a:r>
              <a:rPr lang="pl-PL" dirty="0">
                <a:solidFill>
                  <a:schemeClr val="accent1"/>
                </a:solidFill>
              </a:rPr>
              <a:t>3000:3000</a:t>
            </a:r>
            <a:r>
              <a:rPr lang="pl-PL" dirty="0"/>
              <a:t> </a:t>
            </a:r>
            <a:r>
              <a:rPr lang="pl-PL" dirty="0" err="1"/>
              <a:t>moj</a:t>
            </a:r>
            <a:r>
              <a:rPr lang="pl-PL" dirty="0"/>
              <a:t>-obraz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3E662958-0136-8862-8EF6-0DDBE96BF459}"/>
              </a:ext>
            </a:extLst>
          </p:cNvPr>
          <p:cNvSpPr txBox="1"/>
          <p:nvPr/>
        </p:nvSpPr>
        <p:spPr>
          <a:xfrm>
            <a:off x="882869" y="1114854"/>
            <a:ext cx="1513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4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🐳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6A5E4543-0F7F-F257-6077-CB17BB1B77F6}"/>
              </a:ext>
            </a:extLst>
          </p:cNvPr>
          <p:cNvSpPr txBox="1"/>
          <p:nvPr/>
        </p:nvSpPr>
        <p:spPr>
          <a:xfrm>
            <a:off x="1130178" y="3892904"/>
            <a:ext cx="218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Buduje obraz </a:t>
            </a:r>
          </a:p>
        </p:txBody>
      </p:sp>
      <p:cxnSp>
        <p:nvCxnSpPr>
          <p:cNvPr id="7" name="Łącznik prosty ze strzałką 6">
            <a:extLst>
              <a:ext uri="{FF2B5EF4-FFF2-40B4-BE49-F238E27FC236}">
                <a16:creationId xmlns:a16="http://schemas.microsoft.com/office/drawing/2014/main" id="{03D7888E-369B-68FB-D3D4-E8DC55E81F1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2220895" y="3231818"/>
            <a:ext cx="1025697" cy="661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B9F532EB-79AC-CDAC-261C-DD8D54B8D018}"/>
              </a:ext>
            </a:extLst>
          </p:cNvPr>
          <p:cNvSpPr txBox="1"/>
          <p:nvPr/>
        </p:nvSpPr>
        <p:spPr>
          <a:xfrm>
            <a:off x="4036655" y="3930239"/>
            <a:ext cx="3269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Nadaje nazwę obrazowi</a:t>
            </a:r>
          </a:p>
        </p:txBody>
      </p:sp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B626F4E6-9B0E-F049-A000-94DDFBFFBF82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4045147" y="3225114"/>
            <a:ext cx="1626009" cy="7051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14EDFD47-7429-882F-E66E-2460432FC65D}"/>
              </a:ext>
            </a:extLst>
          </p:cNvPr>
          <p:cNvSpPr txBox="1"/>
          <p:nvPr/>
        </p:nvSpPr>
        <p:spPr>
          <a:xfrm>
            <a:off x="8146854" y="2385850"/>
            <a:ext cx="32690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Jeśli plik domyślnie nazywa się </a:t>
            </a:r>
            <a:r>
              <a:rPr lang="pl-PL" dirty="0" err="1"/>
              <a:t>Dockerfile</a:t>
            </a:r>
            <a:endParaRPr lang="pl-PL" dirty="0"/>
          </a:p>
        </p:txBody>
      </p:sp>
      <p:cxnSp>
        <p:nvCxnSpPr>
          <p:cNvPr id="15" name="Łącznik prosty ze strzałką 14">
            <a:extLst>
              <a:ext uri="{FF2B5EF4-FFF2-40B4-BE49-F238E27FC236}">
                <a16:creationId xmlns:a16="http://schemas.microsoft.com/office/drawing/2014/main" id="{9A41408B-D501-AB15-39E5-87AB33686CAF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6400800" y="2709016"/>
            <a:ext cx="1746054" cy="323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ole tekstowe 19">
            <a:extLst>
              <a:ext uri="{FF2B5EF4-FFF2-40B4-BE49-F238E27FC236}">
                <a16:creationId xmlns:a16="http://schemas.microsoft.com/office/drawing/2014/main" id="{1EC17B5E-C0C5-B841-3D66-A0B5314CA25E}"/>
              </a:ext>
            </a:extLst>
          </p:cNvPr>
          <p:cNvSpPr txBox="1"/>
          <p:nvPr/>
        </p:nvSpPr>
        <p:spPr>
          <a:xfrm>
            <a:off x="1065158" y="5991915"/>
            <a:ext cx="2181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uruchamia   kontener </a:t>
            </a:r>
          </a:p>
        </p:txBody>
      </p: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0697A132-8C83-6FB7-ED1C-C573439834C3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155875" y="5330829"/>
            <a:ext cx="1025697" cy="6610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6F398BF9-B99F-C608-A24A-DDA1066566BA}"/>
              </a:ext>
            </a:extLst>
          </p:cNvPr>
          <p:cNvSpPr txBox="1"/>
          <p:nvPr/>
        </p:nvSpPr>
        <p:spPr>
          <a:xfrm>
            <a:off x="3914566" y="5917534"/>
            <a:ext cx="2181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Porty </a:t>
            </a:r>
            <a:r>
              <a:rPr lang="pl-PL" dirty="0" err="1"/>
              <a:t>host:kontener</a:t>
            </a:r>
            <a:endParaRPr lang="pl-PL" dirty="0"/>
          </a:p>
        </p:txBody>
      </p: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146932CF-B365-9F9A-8D19-86B53F8D5B76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3731741" y="5330829"/>
            <a:ext cx="1273542" cy="5867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pole tekstowe 25">
            <a:extLst>
              <a:ext uri="{FF2B5EF4-FFF2-40B4-BE49-F238E27FC236}">
                <a16:creationId xmlns:a16="http://schemas.microsoft.com/office/drawing/2014/main" id="{26BA02FA-03A9-0E6F-9928-1FAB89A4E413}"/>
              </a:ext>
            </a:extLst>
          </p:cNvPr>
          <p:cNvSpPr txBox="1"/>
          <p:nvPr/>
        </p:nvSpPr>
        <p:spPr>
          <a:xfrm>
            <a:off x="8401624" y="5367900"/>
            <a:ext cx="32690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Mój obraz z którego stworzony jest kontener</a:t>
            </a:r>
          </a:p>
        </p:txBody>
      </p:sp>
      <p:cxnSp>
        <p:nvCxnSpPr>
          <p:cNvPr id="27" name="Łącznik prosty ze strzałką 26">
            <a:extLst>
              <a:ext uri="{FF2B5EF4-FFF2-40B4-BE49-F238E27FC236}">
                <a16:creationId xmlns:a16="http://schemas.microsoft.com/office/drawing/2014/main" id="{9AC443E1-45DC-5487-C0BB-557A727F3F55}"/>
              </a:ext>
            </a:extLst>
          </p:cNvPr>
          <p:cNvCxnSpPr>
            <a:cxnSpLocks/>
            <a:stCxn id="26" idx="1"/>
          </p:cNvCxnSpPr>
          <p:nvPr/>
        </p:nvCxnSpPr>
        <p:spPr>
          <a:xfrm flipH="1" flipV="1">
            <a:off x="6849763" y="5177012"/>
            <a:ext cx="1551861" cy="514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82352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9412BA7-78E4-0754-B4DC-6EE1F7C2C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KISS (</a:t>
            </a:r>
            <a:r>
              <a:rPr lang="pl-PL" dirty="0" err="1"/>
              <a:t>Keep</a:t>
            </a:r>
            <a:r>
              <a:rPr lang="pl-PL" dirty="0"/>
              <a:t> </a:t>
            </a:r>
            <a:r>
              <a:rPr lang="pl-PL" dirty="0" err="1"/>
              <a:t>this</a:t>
            </a:r>
            <a:r>
              <a:rPr lang="pl-PL" dirty="0"/>
              <a:t> Simple </a:t>
            </a:r>
            <a:r>
              <a:rPr lang="pl-PL" dirty="0" err="1"/>
              <a:t>Stupid</a:t>
            </a:r>
            <a:r>
              <a:rPr lang="pl-PL" dirty="0"/>
              <a:t>)</a:t>
            </a:r>
          </a:p>
        </p:txBody>
      </p:sp>
      <p:graphicFrame>
        <p:nvGraphicFramePr>
          <p:cNvPr id="4" name="Symbol zastępczy zawartości 3">
            <a:extLst>
              <a:ext uri="{FF2B5EF4-FFF2-40B4-BE49-F238E27FC236}">
                <a16:creationId xmlns:a16="http://schemas.microsoft.com/office/drawing/2014/main" id="{73905E08-FA92-6401-4320-BF52EF45FB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4102055"/>
              </p:ext>
            </p:extLst>
          </p:nvPr>
        </p:nvGraphicFramePr>
        <p:xfrm>
          <a:off x="1920240" y="2312276"/>
          <a:ext cx="8770571" cy="36515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986960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955BBF6-7403-A205-F0D5-7DF5ECA33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Proces</a:t>
            </a:r>
          </a:p>
        </p:txBody>
      </p:sp>
      <p:graphicFrame>
        <p:nvGraphicFramePr>
          <p:cNvPr id="4" name="Symbol zastępczy zawartości 3">
            <a:extLst>
              <a:ext uri="{FF2B5EF4-FFF2-40B4-BE49-F238E27FC236}">
                <a16:creationId xmlns:a16="http://schemas.microsoft.com/office/drawing/2014/main" id="{24FD3BD0-2E94-08AC-E46A-2681F2EA0F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9322564"/>
              </p:ext>
            </p:extLst>
          </p:nvPr>
        </p:nvGraphicFramePr>
        <p:xfrm>
          <a:off x="1920240" y="2312276"/>
          <a:ext cx="8770571" cy="36515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902367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CA184B6-3482-4F43-87F0-BC765DCFD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C869923-8380-4244-9548-802C33063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06255F2-BC67-4DDE-B34E-AC4BA21838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169443-FCCD-4C0A-8C69-18CD3FA09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DBF1ABE-8590-450D-BB49-BDDCCF3EE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1A20634B-B604-90BD-4168-57E0CE634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531" y="1346268"/>
            <a:ext cx="5274860" cy="3066706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5400">
                <a:solidFill>
                  <a:schemeClr val="tx1">
                    <a:lumMod val="85000"/>
                    <a:lumOff val="15000"/>
                  </a:schemeClr>
                </a:solidFill>
              </a:rPr>
              <a:t>Praktyka – utwórz konto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C7D887A3-61AD-4674-BC53-8DFA8CF7B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79F0FB3-8461-462D-84A2-53106FBF4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553480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1E3C311-4E8A-45D9-97BF-07F5FD3469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58825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EC34FDDE-F232-9BF9-B8F7-EEFDDC3897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555" r="18537"/>
          <a:stretch>
            <a:fillRect/>
          </a:stretch>
        </p:blipFill>
        <p:spPr>
          <a:xfrm>
            <a:off x="7187979" y="10"/>
            <a:ext cx="5004021" cy="6857990"/>
          </a:xfrm>
          <a:custGeom>
            <a:avLst/>
            <a:gdLst/>
            <a:ahLst/>
            <a:cxnLst/>
            <a:rect l="l" t="t" r="r" b="b"/>
            <a:pathLst>
              <a:path w="4901771" h="6858000">
                <a:moveTo>
                  <a:pt x="1623023" y="0"/>
                </a:moveTo>
                <a:lnTo>
                  <a:pt x="2716256" y="0"/>
                </a:lnTo>
                <a:lnTo>
                  <a:pt x="3496422" y="0"/>
                </a:lnTo>
                <a:lnTo>
                  <a:pt x="4544484" y="0"/>
                </a:lnTo>
                <a:lnTo>
                  <a:pt x="4710787" y="0"/>
                </a:lnTo>
                <a:lnTo>
                  <a:pt x="4901771" y="0"/>
                </a:lnTo>
                <a:lnTo>
                  <a:pt x="4901771" y="6858000"/>
                </a:lnTo>
                <a:lnTo>
                  <a:pt x="4710787" y="6858000"/>
                </a:lnTo>
                <a:lnTo>
                  <a:pt x="4544484" y="6858000"/>
                </a:lnTo>
                <a:lnTo>
                  <a:pt x="3496422" y="6858000"/>
                </a:lnTo>
                <a:lnTo>
                  <a:pt x="2716256" y="6858000"/>
                </a:lnTo>
                <a:lnTo>
                  <a:pt x="2502754" y="6858000"/>
                </a:lnTo>
                <a:lnTo>
                  <a:pt x="2390998" y="6780599"/>
                </a:lnTo>
                <a:cubicBezTo>
                  <a:pt x="2217180" y="6653108"/>
                  <a:pt x="2046553" y="6515397"/>
                  <a:pt x="1874350" y="6374814"/>
                </a:cubicBezTo>
                <a:cubicBezTo>
                  <a:pt x="928725" y="5602839"/>
                  <a:pt x="0" y="4969131"/>
                  <a:pt x="0" y="3621656"/>
                </a:cubicBezTo>
                <a:cubicBezTo>
                  <a:pt x="0" y="2093192"/>
                  <a:pt x="573736" y="754641"/>
                  <a:pt x="1600899" y="14997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50193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C243906-A68E-599A-109C-65BD64C5E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Lab 1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EBBB5E3-2A73-5129-C2CB-13F5977D95ED}"/>
              </a:ext>
            </a:extLst>
          </p:cNvPr>
          <p:cNvSpPr txBox="1"/>
          <p:nvPr/>
        </p:nvSpPr>
        <p:spPr>
          <a:xfrm>
            <a:off x="2075935" y="2483708"/>
            <a:ext cx="3311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Katalog 1-cwiczenie</a:t>
            </a:r>
          </a:p>
        </p:txBody>
      </p:sp>
      <p:pic>
        <p:nvPicPr>
          <p:cNvPr id="8" name="Obraz 7" descr="Obraz zawierający tekst, zrzut ekranu, Czcionka&#10;&#10;Opis wygenerowany automatycznie">
            <a:extLst>
              <a:ext uri="{FF2B5EF4-FFF2-40B4-BE49-F238E27FC236}">
                <a16:creationId xmlns:a16="http://schemas.microsoft.com/office/drawing/2014/main" id="{5E7EEE06-B49E-504D-E2EF-2ED7EB620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935" y="3248578"/>
            <a:ext cx="5461000" cy="218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2526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EA3E9-D656-AA24-EDC6-5EAE869BF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45D59F6-8AC6-0550-8B0F-208B36993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Praktyka - </a:t>
            </a:r>
            <a:r>
              <a:rPr lang="pl-PL" b="0" baseline="0" dirty="0"/>
              <a:t>Tworzysz obraz aplikacji </a:t>
            </a:r>
            <a:endParaRPr lang="pl-PL" dirty="0"/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F7785E82-D40D-9640-A8E1-7AD617BE2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700021"/>
            <a:ext cx="7772400" cy="3138475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0A51EFA1-FF1C-5675-CA84-712BB9B175C1}"/>
              </a:ext>
            </a:extLst>
          </p:cNvPr>
          <p:cNvSpPr txBox="1"/>
          <p:nvPr/>
        </p:nvSpPr>
        <p:spPr>
          <a:xfrm>
            <a:off x="2209800" y="5924993"/>
            <a:ext cx="85045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l-PL" dirty="0"/>
          </a:p>
          <a:p>
            <a:pPr rtl="0"/>
            <a:r>
              <a:rPr lang="pl-PL" dirty="0" err="1"/>
              <a:t>docker</a:t>
            </a:r>
            <a:r>
              <a:rPr lang="pl-PL" dirty="0"/>
              <a:t> </a:t>
            </a:r>
            <a:r>
              <a:rPr lang="pl-PL" dirty="0" err="1"/>
              <a:t>build</a:t>
            </a:r>
            <a:r>
              <a:rPr lang="pl-PL" dirty="0"/>
              <a:t> -t </a:t>
            </a:r>
            <a:r>
              <a:rPr lang="pl-PL" dirty="0" err="1"/>
              <a:t>twoj_imie</a:t>
            </a:r>
            <a:r>
              <a:rPr lang="pl-PL" dirty="0"/>
              <a:t>/moja-aplikacja:1.0 .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9CFB5B68-76F5-50E6-37E1-5ACBC140BAB8}"/>
              </a:ext>
            </a:extLst>
          </p:cNvPr>
          <p:cNvSpPr txBox="1"/>
          <p:nvPr/>
        </p:nvSpPr>
        <p:spPr>
          <a:xfrm>
            <a:off x="2035776" y="2244192"/>
            <a:ext cx="7946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W folderze z projektem masz </a:t>
            </a:r>
            <a:r>
              <a:rPr lang="pl-PL" dirty="0" err="1"/>
              <a:t>Dockerfile</a:t>
            </a:r>
            <a:r>
              <a:rPr lang="pl-PL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133432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17FB096-1EB8-0FCA-BCF9-48E41BFFF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Praktyka docker login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84A8FEF-EB6B-E33A-CB72-B8DB40728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/>
              <a:t>docker login </a:t>
            </a:r>
            <a:endParaRPr lang="pl-PL" dirty="0"/>
          </a:p>
        </p:txBody>
      </p:sp>
      <p:pic>
        <p:nvPicPr>
          <p:cNvPr id="5" name="Obraz 4" descr="Obraz zawierający tekst, zrzut ekranu, Czcionka&#10;&#10;Opis wygenerowany automatycznie">
            <a:extLst>
              <a:ext uri="{FF2B5EF4-FFF2-40B4-BE49-F238E27FC236}">
                <a16:creationId xmlns:a16="http://schemas.microsoft.com/office/drawing/2014/main" id="{95C20850-3BE3-A12A-0E4C-69719F6C2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3129717"/>
            <a:ext cx="7772400" cy="201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046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D939B38-65EF-E24F-20BF-B5BADA7BF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Praktyka wysłanie 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6F0156EE-A544-4A52-7484-19D096A328F8}"/>
              </a:ext>
            </a:extLst>
          </p:cNvPr>
          <p:cNvSpPr txBox="1"/>
          <p:nvPr/>
        </p:nvSpPr>
        <p:spPr>
          <a:xfrm>
            <a:off x="3493874" y="3538322"/>
            <a:ext cx="60980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l-PL" dirty="0"/>
          </a:p>
          <a:p>
            <a:pPr rtl="0"/>
            <a:r>
              <a:rPr lang="pl-PL" dirty="0" err="1"/>
              <a:t>docker</a:t>
            </a:r>
            <a:r>
              <a:rPr lang="pl-PL" dirty="0"/>
              <a:t> </a:t>
            </a:r>
            <a:r>
              <a:rPr lang="pl-PL" dirty="0" err="1"/>
              <a:t>push</a:t>
            </a:r>
            <a:r>
              <a:rPr lang="pl-PL" dirty="0"/>
              <a:t> </a:t>
            </a:r>
            <a:r>
              <a:rPr lang="pl-PL" dirty="0" err="1"/>
              <a:t>twoje_repo</a:t>
            </a:r>
            <a:r>
              <a:rPr lang="pl-PL" dirty="0"/>
              <a:t>/moja-aplikacja:1.0</a:t>
            </a:r>
          </a:p>
        </p:txBody>
      </p:sp>
    </p:spTree>
    <p:extLst>
      <p:ext uri="{BB962C8B-B14F-4D97-AF65-F5344CB8AC3E}">
        <p14:creationId xmlns:p14="http://schemas.microsoft.com/office/powerpoint/2010/main" val="10540270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E93807-C9A4-7C0D-AEB2-C53518581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F50A80E-5DCB-4320-9947-73BF2D6F0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E9C9717-43F9-44EA-9215-3F2D15B1C7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66004D1-3DCE-405F-9046-6DE912409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1319957-918B-4BBC-B357-957813808C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DBF1ABE-8590-450D-BB49-BDDCCF3EE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E312684-34E6-4414-83D2-62B3C76BC4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0"/>
            <a:ext cx="10934058" cy="6858000"/>
            <a:chOff x="-1" y="0"/>
            <a:chExt cx="10934058" cy="6858000"/>
          </a:xfrm>
        </p:grpSpPr>
        <p:sp>
          <p:nvSpPr>
            <p:cNvPr id="34" name="Freeform: Shape 27">
              <a:extLst>
                <a:ext uri="{FF2B5EF4-FFF2-40B4-BE49-F238E27FC236}">
                  <a16:creationId xmlns:a16="http://schemas.microsoft.com/office/drawing/2014/main" id="{604F4760-8690-4B2E-87EE-6BD660BA82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" y="0"/>
              <a:ext cx="10515600" cy="6858000"/>
            </a:xfrm>
            <a:custGeom>
              <a:avLst/>
              <a:gdLst>
                <a:gd name="connsiteX0" fmla="*/ 0 w 10515600"/>
                <a:gd name="connsiteY0" fmla="*/ 0 h 6858000"/>
                <a:gd name="connsiteX1" fmla="*/ 3039549 w 10515600"/>
                <a:gd name="connsiteY1" fmla="*/ 0 h 6858000"/>
                <a:gd name="connsiteX2" fmla="*/ 3387573 w 10515600"/>
                <a:gd name="connsiteY2" fmla="*/ 0 h 6858000"/>
                <a:gd name="connsiteX3" fmla="*/ 3678072 w 10515600"/>
                <a:gd name="connsiteY3" fmla="*/ 0 h 6858000"/>
                <a:gd name="connsiteX4" fmla="*/ 3721524 w 10515600"/>
                <a:gd name="connsiteY4" fmla="*/ 0 h 6858000"/>
                <a:gd name="connsiteX5" fmla="*/ 4595394 w 10515600"/>
                <a:gd name="connsiteY5" fmla="*/ 0 h 6858000"/>
                <a:gd name="connsiteX6" fmla="*/ 4607603 w 10515600"/>
                <a:gd name="connsiteY6" fmla="*/ 0 h 6858000"/>
                <a:gd name="connsiteX7" fmla="*/ 4733044 w 10515600"/>
                <a:gd name="connsiteY7" fmla="*/ 0 h 6858000"/>
                <a:gd name="connsiteX8" fmla="*/ 6226185 w 10515600"/>
                <a:gd name="connsiteY8" fmla="*/ 0 h 6858000"/>
                <a:gd name="connsiteX9" fmla="*/ 8892577 w 10515600"/>
                <a:gd name="connsiteY9" fmla="*/ 0 h 6858000"/>
                <a:gd name="connsiteX10" fmla="*/ 8914701 w 10515600"/>
                <a:gd name="connsiteY10" fmla="*/ 14997 h 6858000"/>
                <a:gd name="connsiteX11" fmla="*/ 10515600 w 10515600"/>
                <a:gd name="connsiteY11" fmla="*/ 3621656 h 6858000"/>
                <a:gd name="connsiteX12" fmla="*/ 8641250 w 10515600"/>
                <a:gd name="connsiteY12" fmla="*/ 6374814 h 6858000"/>
                <a:gd name="connsiteX13" fmla="*/ 8124602 w 10515600"/>
                <a:gd name="connsiteY13" fmla="*/ 6780599 h 6858000"/>
                <a:gd name="connsiteX14" fmla="*/ 8012846 w 10515600"/>
                <a:gd name="connsiteY14" fmla="*/ 6858000 h 6858000"/>
                <a:gd name="connsiteX15" fmla="*/ 6226185 w 10515600"/>
                <a:gd name="connsiteY15" fmla="*/ 6858000 h 6858000"/>
                <a:gd name="connsiteX16" fmla="*/ 4607603 w 10515600"/>
                <a:gd name="connsiteY16" fmla="*/ 6858000 h 6858000"/>
                <a:gd name="connsiteX17" fmla="*/ 4595394 w 10515600"/>
                <a:gd name="connsiteY17" fmla="*/ 6858000 h 6858000"/>
                <a:gd name="connsiteX18" fmla="*/ 4424650 w 10515600"/>
                <a:gd name="connsiteY18" fmla="*/ 6858000 h 6858000"/>
                <a:gd name="connsiteX19" fmla="*/ 3721524 w 10515600"/>
                <a:gd name="connsiteY19" fmla="*/ 6858000 h 6858000"/>
                <a:gd name="connsiteX20" fmla="*/ 3678072 w 10515600"/>
                <a:gd name="connsiteY20" fmla="*/ 6858000 h 6858000"/>
                <a:gd name="connsiteX21" fmla="*/ 3387573 w 10515600"/>
                <a:gd name="connsiteY21" fmla="*/ 6858000 h 6858000"/>
                <a:gd name="connsiteX22" fmla="*/ 3039549 w 10515600"/>
                <a:gd name="connsiteY22" fmla="*/ 6858000 h 6858000"/>
                <a:gd name="connsiteX23" fmla="*/ 0 w 10515600"/>
                <a:gd name="connsiteY2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0515600" h="6858000">
                  <a:moveTo>
                    <a:pt x="0" y="0"/>
                  </a:moveTo>
                  <a:lnTo>
                    <a:pt x="3039549" y="0"/>
                  </a:lnTo>
                  <a:lnTo>
                    <a:pt x="3387573" y="0"/>
                  </a:lnTo>
                  <a:lnTo>
                    <a:pt x="3678072" y="0"/>
                  </a:lnTo>
                  <a:lnTo>
                    <a:pt x="3721524" y="0"/>
                  </a:lnTo>
                  <a:lnTo>
                    <a:pt x="4595394" y="0"/>
                  </a:lnTo>
                  <a:lnTo>
                    <a:pt x="4607603" y="0"/>
                  </a:lnTo>
                  <a:lnTo>
                    <a:pt x="4733044" y="0"/>
                  </a:lnTo>
                  <a:lnTo>
                    <a:pt x="6226185" y="0"/>
                  </a:lnTo>
                  <a:lnTo>
                    <a:pt x="8892577" y="0"/>
                  </a:lnTo>
                  <a:lnTo>
                    <a:pt x="8914701" y="14997"/>
                  </a:lnTo>
                  <a:cubicBezTo>
                    <a:pt x="9941864" y="754641"/>
                    <a:pt x="10515600" y="2093192"/>
                    <a:pt x="10515600" y="3621656"/>
                  </a:cubicBezTo>
                  <a:cubicBezTo>
                    <a:pt x="10515600" y="4969131"/>
                    <a:pt x="9586875" y="5602839"/>
                    <a:pt x="8641250" y="6374814"/>
                  </a:cubicBezTo>
                  <a:cubicBezTo>
                    <a:pt x="8469047" y="6515397"/>
                    <a:pt x="8298420" y="6653108"/>
                    <a:pt x="8124602" y="6780599"/>
                  </a:cubicBezTo>
                  <a:lnTo>
                    <a:pt x="8012846" y="6858000"/>
                  </a:lnTo>
                  <a:lnTo>
                    <a:pt x="6226185" y="6858000"/>
                  </a:lnTo>
                  <a:lnTo>
                    <a:pt x="4607603" y="6858000"/>
                  </a:lnTo>
                  <a:lnTo>
                    <a:pt x="4595394" y="6858000"/>
                  </a:lnTo>
                  <a:lnTo>
                    <a:pt x="4424650" y="6858000"/>
                  </a:lnTo>
                  <a:lnTo>
                    <a:pt x="3721524" y="6858000"/>
                  </a:lnTo>
                  <a:lnTo>
                    <a:pt x="3678072" y="6858000"/>
                  </a:lnTo>
                  <a:lnTo>
                    <a:pt x="3387573" y="6858000"/>
                  </a:lnTo>
                  <a:lnTo>
                    <a:pt x="3039549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BA7E51E-7B6A-4A79-8F84-47C845C7A2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404334" y="0"/>
              <a:ext cx="2529723" cy="6858000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35" name="Freeform: Shape 29">
              <a:extLst>
                <a:ext uri="{FF2B5EF4-FFF2-40B4-BE49-F238E27FC236}">
                  <a16:creationId xmlns:a16="http://schemas.microsoft.com/office/drawing/2014/main" id="{03C85561-90D2-4AFA-B2C5-F2D61D86C2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184327" y="0"/>
              <a:ext cx="2536434" cy="6858000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026B71D-5A6F-48FE-AC6A-D7AAA0180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53086" y="0"/>
              <a:ext cx="2261351" cy="6858000"/>
            </a:xfrm>
            <a:custGeom>
              <a:avLst/>
              <a:gdLst>
                <a:gd name="connsiteX0" fmla="*/ 879731 w 2521425"/>
                <a:gd name="connsiteY0" fmla="*/ 0 h 6858000"/>
                <a:gd name="connsiteX1" fmla="*/ 898402 w 2521425"/>
                <a:gd name="connsiteY1" fmla="*/ 0 h 6858000"/>
                <a:gd name="connsiteX2" fmla="*/ 920526 w 2521425"/>
                <a:gd name="connsiteY2" fmla="*/ 14997 h 6858000"/>
                <a:gd name="connsiteX3" fmla="*/ 2521425 w 2521425"/>
                <a:gd name="connsiteY3" fmla="*/ 3621656 h 6858000"/>
                <a:gd name="connsiteX4" fmla="*/ 647075 w 2521425"/>
                <a:gd name="connsiteY4" fmla="*/ 6374814 h 6858000"/>
                <a:gd name="connsiteX5" fmla="*/ 130427 w 2521425"/>
                <a:gd name="connsiteY5" fmla="*/ 6780599 h 6858000"/>
                <a:gd name="connsiteX6" fmla="*/ 18671 w 2521425"/>
                <a:gd name="connsiteY6" fmla="*/ 6858000 h 6858000"/>
                <a:gd name="connsiteX7" fmla="*/ 0 w 2521425"/>
                <a:gd name="connsiteY7" fmla="*/ 6858000 h 6858000"/>
                <a:gd name="connsiteX8" fmla="*/ 111756 w 2521425"/>
                <a:gd name="connsiteY8" fmla="*/ 6780599 h 6858000"/>
                <a:gd name="connsiteX9" fmla="*/ 628404 w 2521425"/>
                <a:gd name="connsiteY9" fmla="*/ 6374814 h 6858000"/>
                <a:gd name="connsiteX10" fmla="*/ 2502754 w 2521425"/>
                <a:gd name="connsiteY10" fmla="*/ 3621656 h 6858000"/>
                <a:gd name="connsiteX11" fmla="*/ 901855 w 2521425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1425" h="6858000">
                  <a:moveTo>
                    <a:pt x="879731" y="0"/>
                  </a:moveTo>
                  <a:lnTo>
                    <a:pt x="898402" y="0"/>
                  </a:lnTo>
                  <a:lnTo>
                    <a:pt x="920526" y="14997"/>
                  </a:lnTo>
                  <a:cubicBezTo>
                    <a:pt x="1947689" y="754641"/>
                    <a:pt x="2521425" y="2093192"/>
                    <a:pt x="2521425" y="3621656"/>
                  </a:cubicBezTo>
                  <a:cubicBezTo>
                    <a:pt x="2521425" y="4969131"/>
                    <a:pt x="1592700" y="5602839"/>
                    <a:pt x="647075" y="6374814"/>
                  </a:cubicBezTo>
                  <a:cubicBezTo>
                    <a:pt x="474872" y="6515397"/>
                    <a:pt x="304245" y="6653108"/>
                    <a:pt x="130427" y="6780599"/>
                  </a:cubicBezTo>
                  <a:lnTo>
                    <a:pt x="18671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3327B236-C801-4F25-C35B-C173B402B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530" y="1346268"/>
            <a:ext cx="7983942" cy="3125338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6600">
                <a:solidFill>
                  <a:schemeClr val="tx1">
                    <a:lumMod val="85000"/>
                    <a:lumOff val="15000"/>
                  </a:schemeClr>
                </a:solidFill>
              </a:rPr>
              <a:t>Praktyka pobranie 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786244D2-A211-7473-8DC9-07E1006C38D9}"/>
              </a:ext>
            </a:extLst>
          </p:cNvPr>
          <p:cNvSpPr txBox="1"/>
          <p:nvPr/>
        </p:nvSpPr>
        <p:spPr>
          <a:xfrm>
            <a:off x="1180529" y="4471606"/>
            <a:ext cx="7645419" cy="1117151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>
              <a:lnSpc>
                <a:spcPct val="130000"/>
              </a:lnSpc>
              <a:spcBef>
                <a:spcPts val="930"/>
              </a:spcBef>
            </a:pPr>
            <a:r>
              <a:rPr lang="en-US" sz="2400" spc="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docker pull </a:t>
            </a:r>
            <a:r>
              <a:rPr lang="en-US" sz="2400" spc="15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twoje_imie</a:t>
            </a:r>
            <a:r>
              <a:rPr lang="en-US" sz="2400" spc="15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/moja-aplikacja:1.0</a:t>
            </a:r>
          </a:p>
        </p:txBody>
      </p:sp>
    </p:spTree>
    <p:extLst>
      <p:ext uri="{BB962C8B-B14F-4D97-AF65-F5344CB8AC3E}">
        <p14:creationId xmlns:p14="http://schemas.microsoft.com/office/powerpoint/2010/main" val="28373377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68F569-E059-CBBF-17D6-A09EB6269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181FC64-B306-4821-98E2-780662EFC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C0385E9-02B2-4941-889A-EAD43F5BB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36139" y="0"/>
            <a:ext cx="5455860" cy="6858000"/>
          </a:xfrm>
          <a:custGeom>
            <a:avLst/>
            <a:gdLst>
              <a:gd name="connsiteX0" fmla="*/ 3832837 w 5455860"/>
              <a:gd name="connsiteY0" fmla="*/ 0 h 6858000"/>
              <a:gd name="connsiteX1" fmla="*/ 2739604 w 5455860"/>
              <a:gd name="connsiteY1" fmla="*/ 0 h 6858000"/>
              <a:gd name="connsiteX2" fmla="*/ 1959438 w 5455860"/>
              <a:gd name="connsiteY2" fmla="*/ 0 h 6858000"/>
              <a:gd name="connsiteX3" fmla="*/ 1895061 w 5455860"/>
              <a:gd name="connsiteY3" fmla="*/ 0 h 6858000"/>
              <a:gd name="connsiteX4" fmla="*/ 249909 w 5455860"/>
              <a:gd name="connsiteY4" fmla="*/ 0 h 6858000"/>
              <a:gd name="connsiteX5" fmla="*/ 0 w 5455860"/>
              <a:gd name="connsiteY5" fmla="*/ 0 h 6858000"/>
              <a:gd name="connsiteX6" fmla="*/ 0 w 5455860"/>
              <a:gd name="connsiteY6" fmla="*/ 6858000 h 6858000"/>
              <a:gd name="connsiteX7" fmla="*/ 249909 w 5455860"/>
              <a:gd name="connsiteY7" fmla="*/ 6858000 h 6858000"/>
              <a:gd name="connsiteX8" fmla="*/ 1895061 w 5455860"/>
              <a:gd name="connsiteY8" fmla="*/ 6858000 h 6858000"/>
              <a:gd name="connsiteX9" fmla="*/ 1959438 w 5455860"/>
              <a:gd name="connsiteY9" fmla="*/ 6858000 h 6858000"/>
              <a:gd name="connsiteX10" fmla="*/ 2739604 w 5455860"/>
              <a:gd name="connsiteY10" fmla="*/ 6858000 h 6858000"/>
              <a:gd name="connsiteX11" fmla="*/ 2953106 w 5455860"/>
              <a:gd name="connsiteY11" fmla="*/ 6858000 h 6858000"/>
              <a:gd name="connsiteX12" fmla="*/ 3064862 w 5455860"/>
              <a:gd name="connsiteY12" fmla="*/ 6780599 h 6858000"/>
              <a:gd name="connsiteX13" fmla="*/ 3581510 w 5455860"/>
              <a:gd name="connsiteY13" fmla="*/ 6374814 h 6858000"/>
              <a:gd name="connsiteX14" fmla="*/ 5455860 w 5455860"/>
              <a:gd name="connsiteY14" fmla="*/ 3621656 h 6858000"/>
              <a:gd name="connsiteX15" fmla="*/ 3854961 w 5455860"/>
              <a:gd name="connsiteY15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455860" h="6858000">
                <a:moveTo>
                  <a:pt x="3832837" y="0"/>
                </a:moveTo>
                <a:lnTo>
                  <a:pt x="2739604" y="0"/>
                </a:lnTo>
                <a:lnTo>
                  <a:pt x="1959438" y="0"/>
                </a:lnTo>
                <a:lnTo>
                  <a:pt x="1895061" y="0"/>
                </a:lnTo>
                <a:lnTo>
                  <a:pt x="249909" y="0"/>
                </a:lnTo>
                <a:lnTo>
                  <a:pt x="0" y="0"/>
                </a:lnTo>
                <a:lnTo>
                  <a:pt x="0" y="6858000"/>
                </a:lnTo>
                <a:lnTo>
                  <a:pt x="249909" y="6858000"/>
                </a:lnTo>
                <a:lnTo>
                  <a:pt x="1895061" y="6858000"/>
                </a:lnTo>
                <a:lnTo>
                  <a:pt x="1959438" y="6858000"/>
                </a:lnTo>
                <a:lnTo>
                  <a:pt x="2739604" y="6858000"/>
                </a:lnTo>
                <a:lnTo>
                  <a:pt x="2953106" y="6858000"/>
                </a:lnTo>
                <a:lnTo>
                  <a:pt x="3064862" y="6780599"/>
                </a:lnTo>
                <a:cubicBezTo>
                  <a:pt x="3238680" y="6653108"/>
                  <a:pt x="3409307" y="6515397"/>
                  <a:pt x="3581510" y="6374814"/>
                </a:cubicBezTo>
                <a:cubicBezTo>
                  <a:pt x="4527135" y="5602839"/>
                  <a:pt x="5455860" y="4969131"/>
                  <a:pt x="5455860" y="3621656"/>
                </a:cubicBezTo>
                <a:cubicBezTo>
                  <a:pt x="5455860" y="2093192"/>
                  <a:pt x="4882124" y="754641"/>
                  <a:pt x="3854961" y="14997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29A1E2C-5AC8-40FC-99E9-832069D39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255864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5C54A75-E44A-4147-B9D0-FF46CFD31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69160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5B8B1B0-1CAE-C09F-EDCE-68EC42CEC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7615" y="1045596"/>
            <a:ext cx="4148511" cy="1944371"/>
          </a:xfrm>
        </p:spPr>
        <p:txBody>
          <a:bodyPr vert="horz" lIns="109728" tIns="109728" rIns="109728" bIns="91440" rtlCol="0" anchor="b">
            <a:normAutofit/>
          </a:bodyPr>
          <a:lstStyle/>
          <a:p>
            <a:r>
              <a:rPr lang="en-US"/>
              <a:t>Praktyka uruchomienie</a:t>
            </a:r>
          </a:p>
        </p:txBody>
      </p:sp>
      <p:pic>
        <p:nvPicPr>
          <p:cNvPr id="7" name="Obraz 6" descr="Obraz zawierający tekst, zrzut ekranu, Czcionka&#10;&#10;Opis wygenerowany automatycznie">
            <a:extLst>
              <a:ext uri="{FF2B5EF4-FFF2-40B4-BE49-F238E27FC236}">
                <a16:creationId xmlns:a16="http://schemas.microsoft.com/office/drawing/2014/main" id="{F2327BDF-65F2-AC19-6680-A01A23D0C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199" y="1929309"/>
            <a:ext cx="4788670" cy="2999382"/>
          </a:xfrm>
          <a:prstGeom prst="rect">
            <a:avLst/>
          </a:prstGeom>
        </p:spPr>
      </p:pic>
      <p:sp>
        <p:nvSpPr>
          <p:cNvPr id="5" name="pole tekstowe 4">
            <a:extLst>
              <a:ext uri="{FF2B5EF4-FFF2-40B4-BE49-F238E27FC236}">
                <a16:creationId xmlns:a16="http://schemas.microsoft.com/office/drawing/2014/main" id="{E76F078E-C5BB-A39F-E27F-7345E7898B4C}"/>
              </a:ext>
            </a:extLst>
          </p:cNvPr>
          <p:cNvSpPr txBox="1"/>
          <p:nvPr/>
        </p:nvSpPr>
        <p:spPr>
          <a:xfrm>
            <a:off x="7657106" y="3220279"/>
            <a:ext cx="4352322" cy="2385392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>
              <a:lnSpc>
                <a:spcPct val="140000"/>
              </a:lnSpc>
              <a:spcBef>
                <a:spcPts val="930"/>
              </a:spcBef>
              <a:buFont typeface="Corbel" panose="020B0503020204020204" pitchFamily="34" charset="0"/>
            </a:pP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docker run -p 3000:3000 </a:t>
            </a:r>
            <a:r>
              <a:rPr lang="en-US" spc="1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twoje_imie</a:t>
            </a:r>
            <a:r>
              <a:rPr lang="en-US" spc="1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/moja-aplikacja:1.0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5B9C7D17-F6B5-6B40-DEAC-6D358D269687}"/>
              </a:ext>
            </a:extLst>
          </p:cNvPr>
          <p:cNvSpPr txBox="1"/>
          <p:nvPr/>
        </p:nvSpPr>
        <p:spPr>
          <a:xfrm>
            <a:off x="938013" y="5758755"/>
            <a:ext cx="3595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 err="1">
                <a:solidFill>
                  <a:srgbClr val="92D050"/>
                </a:solidFill>
              </a:rPr>
              <a:t>Ctrl</a:t>
            </a:r>
            <a:r>
              <a:rPr lang="pl-PL" b="1" dirty="0">
                <a:solidFill>
                  <a:srgbClr val="92D050"/>
                </a:solidFill>
              </a:rPr>
              <a:t> + C </a:t>
            </a:r>
            <a:r>
              <a:rPr lang="pl-PL" b="1" dirty="0">
                <a:solidFill>
                  <a:srgbClr val="92D050"/>
                </a:solidFill>
                <a:sym typeface="Wingdings" pitchFamily="2" charset="2"/>
              </a:rPr>
              <a:t> zamyka kontener</a:t>
            </a:r>
            <a:endParaRPr lang="pl-PL" b="1" dirty="0">
              <a:solidFill>
                <a:srgbClr val="92D050"/>
              </a:solidFill>
            </a:endParaRP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56138CA5-FAF1-5344-0A9C-379E56581BDB}"/>
              </a:ext>
            </a:extLst>
          </p:cNvPr>
          <p:cNvSpPr txBox="1"/>
          <p:nvPr/>
        </p:nvSpPr>
        <p:spPr>
          <a:xfrm>
            <a:off x="4627815" y="6197025"/>
            <a:ext cx="7790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u="sng" dirty="0">
                <a:solidFill>
                  <a:schemeClr val="accent1">
                    <a:lumMod val="75000"/>
                  </a:schemeClr>
                </a:solidFill>
              </a:rPr>
              <a:t>!!! Nigdy </a:t>
            </a:r>
            <a:r>
              <a:rPr lang="pl-PL" b="1" u="sng" dirty="0" err="1">
                <a:solidFill>
                  <a:schemeClr val="accent1">
                    <a:lumMod val="75000"/>
                  </a:schemeClr>
                </a:solidFill>
              </a:rPr>
              <a:t>Ctrl</a:t>
            </a:r>
            <a:r>
              <a:rPr lang="pl-PL" b="1" u="sng" dirty="0">
                <a:solidFill>
                  <a:schemeClr val="accent1">
                    <a:lumMod val="75000"/>
                  </a:schemeClr>
                </a:solidFill>
              </a:rPr>
              <a:t> + D </a:t>
            </a:r>
            <a:r>
              <a:rPr lang="pl-PL" b="1" u="sng" dirty="0">
                <a:solidFill>
                  <a:schemeClr val="accent1">
                    <a:lumMod val="75000"/>
                  </a:schemeClr>
                </a:solidFill>
                <a:sym typeface="Wingdings" pitchFamily="2" charset="2"/>
              </a:rPr>
              <a:t> wyrzuca z powłoki ale nie zamyka !!!</a:t>
            </a:r>
            <a:endParaRPr lang="pl-PL" b="1" u="sng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44177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A7DE92-BAA2-3E3A-D936-383AA84A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CA184B6-3482-4F43-87F0-BC765DCFD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C869923-8380-4244-9548-802C33063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06255F2-BC67-4DDE-B34E-AC4BA21838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5169443-FCCD-4C0A-8C69-18CD3FA09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DBF1ABE-8590-450D-BB49-BDDCCF3EE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391F8D69-709A-4575-A393-B4C26481A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66083" y="0"/>
            <a:ext cx="9841377" cy="6858000"/>
          </a:xfrm>
          <a:custGeom>
            <a:avLst/>
            <a:gdLst>
              <a:gd name="connsiteX0" fmla="*/ 8218354 w 9841377"/>
              <a:gd name="connsiteY0" fmla="*/ 0 h 6858000"/>
              <a:gd name="connsiteX1" fmla="*/ 5551962 w 9841377"/>
              <a:gd name="connsiteY1" fmla="*/ 0 h 6858000"/>
              <a:gd name="connsiteX2" fmla="*/ 5482342 w 9841377"/>
              <a:gd name="connsiteY2" fmla="*/ 0 h 6858000"/>
              <a:gd name="connsiteX3" fmla="*/ 4359035 w 9841377"/>
              <a:gd name="connsiteY3" fmla="*/ 0 h 6858000"/>
              <a:gd name="connsiteX4" fmla="*/ 4289415 w 9841377"/>
              <a:gd name="connsiteY4" fmla="*/ 0 h 6858000"/>
              <a:gd name="connsiteX5" fmla="*/ 1623023 w 9841377"/>
              <a:gd name="connsiteY5" fmla="*/ 0 h 6858000"/>
              <a:gd name="connsiteX6" fmla="*/ 1600899 w 9841377"/>
              <a:gd name="connsiteY6" fmla="*/ 14997 h 6858000"/>
              <a:gd name="connsiteX7" fmla="*/ 0 w 9841377"/>
              <a:gd name="connsiteY7" fmla="*/ 3621656 h 6858000"/>
              <a:gd name="connsiteX8" fmla="*/ 1874350 w 9841377"/>
              <a:gd name="connsiteY8" fmla="*/ 6374814 h 6858000"/>
              <a:gd name="connsiteX9" fmla="*/ 2390998 w 9841377"/>
              <a:gd name="connsiteY9" fmla="*/ 6780599 h 6858000"/>
              <a:gd name="connsiteX10" fmla="*/ 2502754 w 9841377"/>
              <a:gd name="connsiteY10" fmla="*/ 6858000 h 6858000"/>
              <a:gd name="connsiteX11" fmla="*/ 4289415 w 9841377"/>
              <a:gd name="connsiteY11" fmla="*/ 6858000 h 6858000"/>
              <a:gd name="connsiteX12" fmla="*/ 4359035 w 9841377"/>
              <a:gd name="connsiteY12" fmla="*/ 6858000 h 6858000"/>
              <a:gd name="connsiteX13" fmla="*/ 5482342 w 9841377"/>
              <a:gd name="connsiteY13" fmla="*/ 6858000 h 6858000"/>
              <a:gd name="connsiteX14" fmla="*/ 5551962 w 9841377"/>
              <a:gd name="connsiteY14" fmla="*/ 6858000 h 6858000"/>
              <a:gd name="connsiteX15" fmla="*/ 7338623 w 9841377"/>
              <a:gd name="connsiteY15" fmla="*/ 6858000 h 6858000"/>
              <a:gd name="connsiteX16" fmla="*/ 7450379 w 9841377"/>
              <a:gd name="connsiteY16" fmla="*/ 6780599 h 6858000"/>
              <a:gd name="connsiteX17" fmla="*/ 7967027 w 9841377"/>
              <a:gd name="connsiteY17" fmla="*/ 6374814 h 6858000"/>
              <a:gd name="connsiteX18" fmla="*/ 9841377 w 9841377"/>
              <a:gd name="connsiteY18" fmla="*/ 3621656 h 6858000"/>
              <a:gd name="connsiteX19" fmla="*/ 8240478 w 9841377"/>
              <a:gd name="connsiteY19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9841377" h="6858000">
                <a:moveTo>
                  <a:pt x="8218354" y="0"/>
                </a:moveTo>
                <a:lnTo>
                  <a:pt x="5551962" y="0"/>
                </a:lnTo>
                <a:lnTo>
                  <a:pt x="5482342" y="0"/>
                </a:lnTo>
                <a:lnTo>
                  <a:pt x="4359035" y="0"/>
                </a:lnTo>
                <a:lnTo>
                  <a:pt x="4289415" y="0"/>
                </a:lnTo>
                <a:lnTo>
                  <a:pt x="1623023" y="0"/>
                </a:lnTo>
                <a:lnTo>
                  <a:pt x="1600899" y="14997"/>
                </a:lnTo>
                <a:cubicBezTo>
                  <a:pt x="573736" y="754641"/>
                  <a:pt x="0" y="2093192"/>
                  <a:pt x="0" y="3621656"/>
                </a:cubicBezTo>
                <a:cubicBezTo>
                  <a:pt x="0" y="4969131"/>
                  <a:pt x="928725" y="5602839"/>
                  <a:pt x="1874350" y="6374814"/>
                </a:cubicBezTo>
                <a:cubicBezTo>
                  <a:pt x="2046553" y="6515397"/>
                  <a:pt x="2217180" y="6653108"/>
                  <a:pt x="2390998" y="6780599"/>
                </a:cubicBezTo>
                <a:lnTo>
                  <a:pt x="2502754" y="6858000"/>
                </a:lnTo>
                <a:lnTo>
                  <a:pt x="4289415" y="6858000"/>
                </a:lnTo>
                <a:lnTo>
                  <a:pt x="4359035" y="6858000"/>
                </a:lnTo>
                <a:lnTo>
                  <a:pt x="5482342" y="6858000"/>
                </a:lnTo>
                <a:lnTo>
                  <a:pt x="5551962" y="6858000"/>
                </a:lnTo>
                <a:lnTo>
                  <a:pt x="7338623" y="6858000"/>
                </a:lnTo>
                <a:lnTo>
                  <a:pt x="7450379" y="6780599"/>
                </a:lnTo>
                <a:cubicBezTo>
                  <a:pt x="7624197" y="6653108"/>
                  <a:pt x="7794824" y="6515397"/>
                  <a:pt x="7967027" y="6374814"/>
                </a:cubicBezTo>
                <a:cubicBezTo>
                  <a:pt x="8912652" y="5602839"/>
                  <a:pt x="9841377" y="4969131"/>
                  <a:pt x="9841377" y="3621656"/>
                </a:cubicBezTo>
                <a:cubicBezTo>
                  <a:pt x="9841377" y="2093192"/>
                  <a:pt x="9267641" y="754641"/>
                  <a:pt x="8240478" y="14997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C87A50C4-1191-461A-9E09-C8057F2AF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035" y="0"/>
            <a:ext cx="2265453" cy="6858000"/>
          </a:xfrm>
          <a:custGeom>
            <a:avLst/>
            <a:gdLst>
              <a:gd name="connsiteX0" fmla="*/ 1117108 w 2265453"/>
              <a:gd name="connsiteY0" fmla="*/ 0 h 6858000"/>
              <a:gd name="connsiteX1" fmla="*/ 1099628 w 2265453"/>
              <a:gd name="connsiteY1" fmla="*/ 0 h 6858000"/>
              <a:gd name="connsiteX2" fmla="*/ 1175238 w 2265453"/>
              <a:gd name="connsiteY2" fmla="*/ 82371 h 6858000"/>
              <a:gd name="connsiteX3" fmla="*/ 2240276 w 2265453"/>
              <a:gd name="connsiteY3" fmla="*/ 3734791 h 6858000"/>
              <a:gd name="connsiteX4" fmla="*/ 274951 w 2265453"/>
              <a:gd name="connsiteY4" fmla="*/ 6634678 h 6858000"/>
              <a:gd name="connsiteX5" fmla="*/ 12802 w 2265453"/>
              <a:gd name="connsiteY5" fmla="*/ 6848127 h 6858000"/>
              <a:gd name="connsiteX6" fmla="*/ 0 w 2265453"/>
              <a:gd name="connsiteY6" fmla="*/ 6858000 h 6858000"/>
              <a:gd name="connsiteX7" fmla="*/ 19410 w 2265453"/>
              <a:gd name="connsiteY7" fmla="*/ 6858000 h 6858000"/>
              <a:gd name="connsiteX8" fmla="*/ 31082 w 2265453"/>
              <a:gd name="connsiteY8" fmla="*/ 6848998 h 6858000"/>
              <a:gd name="connsiteX9" fmla="*/ 293230 w 2265453"/>
              <a:gd name="connsiteY9" fmla="*/ 6635549 h 6858000"/>
              <a:gd name="connsiteX10" fmla="*/ 2258555 w 2265453"/>
              <a:gd name="connsiteY10" fmla="*/ 3735662 h 6858000"/>
              <a:gd name="connsiteX11" fmla="*/ 1193518 w 2265453"/>
              <a:gd name="connsiteY11" fmla="*/ 8324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65453" h="6858000">
                <a:moveTo>
                  <a:pt x="1117108" y="0"/>
                </a:moveTo>
                <a:lnTo>
                  <a:pt x="1099628" y="0"/>
                </a:lnTo>
                <a:lnTo>
                  <a:pt x="1175238" y="82371"/>
                </a:lnTo>
                <a:cubicBezTo>
                  <a:pt x="1926546" y="957940"/>
                  <a:pt x="2303836" y="2277119"/>
                  <a:pt x="2240276" y="3734791"/>
                </a:cubicBezTo>
                <a:cubicBezTo>
                  <a:pt x="2176522" y="5196911"/>
                  <a:pt x="1237280" y="5841173"/>
                  <a:pt x="274951" y="6634678"/>
                </a:cubicBezTo>
                <a:cubicBezTo>
                  <a:pt x="187328" y="6706930"/>
                  <a:pt x="100126" y="6778421"/>
                  <a:pt x="12802" y="6848127"/>
                </a:cubicBezTo>
                <a:lnTo>
                  <a:pt x="0" y="6858000"/>
                </a:lnTo>
                <a:lnTo>
                  <a:pt x="19410" y="6858000"/>
                </a:lnTo>
                <a:lnTo>
                  <a:pt x="31082" y="6848998"/>
                </a:lnTo>
                <a:cubicBezTo>
                  <a:pt x="118405" y="6779292"/>
                  <a:pt x="205608" y="6707801"/>
                  <a:pt x="293230" y="6635549"/>
                </a:cubicBezTo>
                <a:cubicBezTo>
                  <a:pt x="1255560" y="5842045"/>
                  <a:pt x="2194802" y="5197782"/>
                  <a:pt x="2258555" y="3735662"/>
                </a:cubicBezTo>
                <a:cubicBezTo>
                  <a:pt x="2322115" y="2277991"/>
                  <a:pt x="1944825" y="958811"/>
                  <a:pt x="1193518" y="8324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BC87DA9F-8DB2-4D48-8716-A928FBB8A5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033" y="0"/>
            <a:ext cx="2486322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195EA065-AC5D-431D-927E-87FF058848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96194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6934B3C-D73F-4CD0-95B1-0244D662D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3292" y="0"/>
            <a:ext cx="2486322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211F3BA-56B3-8F51-BD13-C05DBFFB6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3607" y="3912041"/>
            <a:ext cx="8394306" cy="1396053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4600">
                <a:solidFill>
                  <a:schemeClr val="tx1">
                    <a:lumMod val="85000"/>
                    <a:lumOff val="15000"/>
                  </a:schemeClr>
                </a:solidFill>
              </a:rPr>
              <a:t>Praktyka uruchomienie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B1A02D9-6424-7B53-6B28-F519EB962F41}"/>
              </a:ext>
            </a:extLst>
          </p:cNvPr>
          <p:cNvSpPr txBox="1"/>
          <p:nvPr/>
        </p:nvSpPr>
        <p:spPr>
          <a:xfrm>
            <a:off x="2619375" y="5308096"/>
            <a:ext cx="6953250" cy="862394"/>
          </a:xfrm>
          <a:prstGeom prst="rect">
            <a:avLst/>
          </a:prstGeom>
        </p:spPr>
        <p:txBody>
          <a:bodyPr vert="horz" lIns="109728" tIns="109728" rIns="109728" bIns="91440" rtlCol="0" anchor="t">
            <a:normAutofit/>
          </a:bodyPr>
          <a:lstStyle/>
          <a:p>
            <a:pPr algn="ctr">
              <a:lnSpc>
                <a:spcPct val="120000"/>
              </a:lnSpc>
              <a:spcBef>
                <a:spcPts val="930"/>
              </a:spcBef>
            </a:pPr>
            <a:r>
              <a:rPr lang="en-US" sz="1700" spc="150">
                <a:solidFill>
                  <a:schemeClr val="tx1">
                    <a:lumMod val="85000"/>
                    <a:lumOff val="15000"/>
                  </a:schemeClr>
                </a:solidFill>
              </a:rPr>
              <a:t>docker run -d -p 3000:3000 kubuspospolitos/moja-aplikacja:1.0</a:t>
            </a:r>
          </a:p>
        </p:txBody>
      </p:sp>
      <p:pic>
        <p:nvPicPr>
          <p:cNvPr id="7" name="Obraz 6" descr="Obraz zawierający tekst, zrzut ekranu, Czcionka&#10;&#10;Opis wygenerowany automatycznie">
            <a:extLst>
              <a:ext uri="{FF2B5EF4-FFF2-40B4-BE49-F238E27FC236}">
                <a16:creationId xmlns:a16="http://schemas.microsoft.com/office/drawing/2014/main" id="{00CD3B24-5756-4BBF-2DA7-DCF87C0E1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4329" y="821665"/>
            <a:ext cx="4704883" cy="294690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Pismo odręczne 2">
                <a:extLst>
                  <a:ext uri="{FF2B5EF4-FFF2-40B4-BE49-F238E27FC236}">
                    <a16:creationId xmlns:a16="http://schemas.microsoft.com/office/drawing/2014/main" id="{7C136F1E-AAC0-091B-AF07-BD784E2FF62B}"/>
                  </a:ext>
                </a:extLst>
              </p14:cNvPr>
              <p14:cNvContentPartPr/>
              <p14:nvPr/>
            </p14:nvContentPartPr>
            <p14:xfrm>
              <a:off x="4215094" y="5334830"/>
              <a:ext cx="431640" cy="438840"/>
            </p14:xfrm>
          </p:contentPart>
        </mc:Choice>
        <mc:Fallback xmlns="">
          <p:pic>
            <p:nvPicPr>
              <p:cNvPr id="3" name="Pismo odręczne 2">
                <a:extLst>
                  <a:ext uri="{FF2B5EF4-FFF2-40B4-BE49-F238E27FC236}">
                    <a16:creationId xmlns:a16="http://schemas.microsoft.com/office/drawing/2014/main" id="{7C136F1E-AAC0-091B-AF07-BD784E2FF62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06094" y="5325830"/>
                <a:ext cx="449280" cy="456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355649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84C42B9-DA44-DFA3-E001-729C7B2B0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Inne komendy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346DC814-D598-8596-1EA8-7B80590FDF97}"/>
              </a:ext>
            </a:extLst>
          </p:cNvPr>
          <p:cNvSpPr txBox="1"/>
          <p:nvPr/>
        </p:nvSpPr>
        <p:spPr>
          <a:xfrm>
            <a:off x="432486" y="2598689"/>
            <a:ext cx="1175951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 err="1"/>
              <a:t>apple@MacBook-Pro</a:t>
            </a:r>
            <a:r>
              <a:rPr lang="pl-PL" dirty="0"/>
              <a:t> 1-cwiczenie % </a:t>
            </a:r>
            <a:r>
              <a:rPr lang="pl-PL" dirty="0" err="1"/>
              <a:t>docker</a:t>
            </a:r>
            <a:r>
              <a:rPr lang="pl-PL" dirty="0"/>
              <a:t> </a:t>
            </a:r>
            <a:r>
              <a:rPr lang="pl-PL" dirty="0" err="1"/>
              <a:t>ps</a:t>
            </a:r>
            <a:r>
              <a:rPr lang="pl-PL" dirty="0"/>
              <a:t> -l </a:t>
            </a:r>
          </a:p>
          <a:p>
            <a:r>
              <a:rPr lang="pl-PL" dirty="0"/>
              <a:t>    </a:t>
            </a:r>
          </a:p>
          <a:p>
            <a:r>
              <a:rPr lang="pl-PL" sz="1200" dirty="0"/>
              <a:t>CONTAINER ID   IMAGE                                COMMAND                  CREATED          STATUS                          PORTS     NAMES</a:t>
            </a:r>
          </a:p>
          <a:p>
            <a:r>
              <a:rPr lang="pl-PL" sz="1200" dirty="0"/>
              <a:t>cf130e097665   </a:t>
            </a:r>
            <a:r>
              <a:rPr lang="pl-PL" sz="1200" dirty="0" err="1"/>
              <a:t>kubuspospolitos</a:t>
            </a:r>
            <a:r>
              <a:rPr lang="pl-PL" sz="1200" dirty="0"/>
              <a:t>/moja-aplikacja:1.0   "</a:t>
            </a:r>
            <a:r>
              <a:rPr lang="pl-PL" sz="1200" dirty="0" err="1"/>
              <a:t>docker-entrypoint.s</a:t>
            </a:r>
            <a:r>
              <a:rPr lang="pl-PL" sz="1200" dirty="0"/>
              <a:t>…"   20 </a:t>
            </a:r>
            <a:r>
              <a:rPr lang="pl-PL" sz="1200" dirty="0" err="1"/>
              <a:t>minutes</a:t>
            </a:r>
            <a:r>
              <a:rPr lang="pl-PL" sz="1200" dirty="0"/>
              <a:t> ago   </a:t>
            </a:r>
            <a:r>
              <a:rPr lang="pl-PL" sz="1200" dirty="0" err="1"/>
              <a:t>Exited</a:t>
            </a:r>
            <a:r>
              <a:rPr lang="pl-PL" sz="1200" dirty="0"/>
              <a:t> (1) </a:t>
            </a:r>
            <a:r>
              <a:rPr lang="pl-PL" sz="1200" dirty="0" err="1"/>
              <a:t>About</a:t>
            </a:r>
            <a:r>
              <a:rPr lang="pl-PL" sz="1200" dirty="0"/>
              <a:t> a </a:t>
            </a:r>
            <a:r>
              <a:rPr lang="pl-PL" sz="1200" dirty="0" err="1"/>
              <a:t>minute</a:t>
            </a:r>
            <a:r>
              <a:rPr lang="pl-PL" sz="1200" dirty="0"/>
              <a:t> ago             </a:t>
            </a:r>
            <a:r>
              <a:rPr lang="pl-PL" sz="1200" dirty="0" err="1"/>
              <a:t>nifty_gates</a:t>
            </a:r>
            <a:endParaRPr lang="pl-PL" sz="1200" dirty="0"/>
          </a:p>
        </p:txBody>
      </p:sp>
    </p:spTree>
    <p:extLst>
      <p:ext uri="{BB962C8B-B14F-4D97-AF65-F5344CB8AC3E}">
        <p14:creationId xmlns:p14="http://schemas.microsoft.com/office/powerpoint/2010/main" val="36704134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0C4E85C-7423-8C6A-0F51-04E7EC1D0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Inne komendy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CB254EF0-0F75-C71A-C4BA-0811E99058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708" y="2532159"/>
            <a:ext cx="11796584" cy="2504349"/>
          </a:xfr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Pismo odręczne 5">
                <a:extLst>
                  <a:ext uri="{FF2B5EF4-FFF2-40B4-BE49-F238E27FC236}">
                    <a16:creationId xmlns:a16="http://schemas.microsoft.com/office/drawing/2014/main" id="{A58D676A-14DA-745A-E05B-303CF79899C9}"/>
                  </a:ext>
                </a:extLst>
              </p14:cNvPr>
              <p14:cNvContentPartPr/>
              <p14:nvPr/>
            </p14:nvContentPartPr>
            <p14:xfrm>
              <a:off x="265860" y="2391448"/>
              <a:ext cx="3308760" cy="450360"/>
            </p14:xfrm>
          </p:contentPart>
        </mc:Choice>
        <mc:Fallback xmlns="">
          <p:pic>
            <p:nvPicPr>
              <p:cNvPr id="6" name="Pismo odręczne 5">
                <a:extLst>
                  <a:ext uri="{FF2B5EF4-FFF2-40B4-BE49-F238E27FC236}">
                    <a16:creationId xmlns:a16="http://schemas.microsoft.com/office/drawing/2014/main" id="{A58D676A-14DA-745A-E05B-303CF79899C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7220" y="2382808"/>
                <a:ext cx="332640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Pismo odręczne 6">
                <a:extLst>
                  <a:ext uri="{FF2B5EF4-FFF2-40B4-BE49-F238E27FC236}">
                    <a16:creationId xmlns:a16="http://schemas.microsoft.com/office/drawing/2014/main" id="{110E3EE9-CA72-8EB8-F9B5-7787BCF1FC73}"/>
                  </a:ext>
                </a:extLst>
              </p14:cNvPr>
              <p14:cNvContentPartPr/>
              <p14:nvPr/>
            </p14:nvContentPartPr>
            <p14:xfrm>
              <a:off x="2247334" y="3076190"/>
              <a:ext cx="2972520" cy="302040"/>
            </p14:xfrm>
          </p:contentPart>
        </mc:Choice>
        <mc:Fallback xmlns="">
          <p:pic>
            <p:nvPicPr>
              <p:cNvPr id="7" name="Pismo odręczne 6">
                <a:extLst>
                  <a:ext uri="{FF2B5EF4-FFF2-40B4-BE49-F238E27FC236}">
                    <a16:creationId xmlns:a16="http://schemas.microsoft.com/office/drawing/2014/main" id="{110E3EE9-CA72-8EB8-F9B5-7787BCF1FC7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38334" y="3067190"/>
                <a:ext cx="2990160" cy="319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825056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DFCAD91-5A19-E49F-AADE-03BE4DD94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Inne komendy </a:t>
            </a:r>
            <a:r>
              <a:rPr lang="pl-PL" dirty="0" err="1"/>
              <a:t>docker</a:t>
            </a:r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7AC4FA46-999D-A3E5-4F42-DFD175A1487F}"/>
              </a:ext>
            </a:extLst>
          </p:cNvPr>
          <p:cNvSpPr txBox="1"/>
          <p:nvPr/>
        </p:nvSpPr>
        <p:spPr>
          <a:xfrm>
            <a:off x="321274" y="2357204"/>
            <a:ext cx="12233189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200" dirty="0" err="1"/>
              <a:t>apple@MacBook-Pro</a:t>
            </a:r>
            <a:r>
              <a:rPr lang="pl-PL" sz="1200" dirty="0"/>
              <a:t> 1-cwiczenie % </a:t>
            </a:r>
            <a:r>
              <a:rPr lang="pl-PL" sz="1200" b="1" dirty="0" err="1">
                <a:solidFill>
                  <a:schemeClr val="accent1"/>
                </a:solidFill>
              </a:rPr>
              <a:t>docker</a:t>
            </a:r>
            <a:r>
              <a:rPr lang="pl-PL" sz="1200" b="1" dirty="0">
                <a:solidFill>
                  <a:schemeClr val="accent1"/>
                </a:solidFill>
              </a:rPr>
              <a:t> run -d -p 3000:3000 </a:t>
            </a:r>
            <a:r>
              <a:rPr lang="pl-PL" sz="1200" b="1" dirty="0" err="1">
                <a:solidFill>
                  <a:schemeClr val="accent1"/>
                </a:solidFill>
              </a:rPr>
              <a:t>kubuspospolitos</a:t>
            </a:r>
            <a:r>
              <a:rPr lang="pl-PL" sz="1200" b="1" dirty="0">
                <a:solidFill>
                  <a:schemeClr val="accent1"/>
                </a:solidFill>
              </a:rPr>
              <a:t>/moja-aplikacja:1.0</a:t>
            </a:r>
          </a:p>
          <a:p>
            <a:endParaRPr lang="pl-PL" sz="1200" dirty="0"/>
          </a:p>
          <a:p>
            <a:r>
              <a:rPr lang="pl-PL" sz="1200" dirty="0"/>
              <a:t>106dfa1a069b98e32f0f1fc4ae06467c1ada32fac77f712179641b1a35d64c6a</a:t>
            </a:r>
          </a:p>
          <a:p>
            <a:endParaRPr lang="pl-PL" sz="1200" dirty="0"/>
          </a:p>
          <a:p>
            <a:r>
              <a:rPr lang="pl-PL" sz="1200" dirty="0" err="1"/>
              <a:t>apple@MacBook-Pro</a:t>
            </a:r>
            <a:r>
              <a:rPr lang="pl-PL" sz="1200" dirty="0"/>
              <a:t> 1-cwiczenie % </a:t>
            </a:r>
            <a:r>
              <a:rPr lang="pl-PL" sz="1200" b="1" dirty="0" err="1">
                <a:solidFill>
                  <a:schemeClr val="accent1"/>
                </a:solidFill>
              </a:rPr>
              <a:t>docker</a:t>
            </a:r>
            <a:r>
              <a:rPr lang="pl-PL" sz="1200" b="1" dirty="0">
                <a:solidFill>
                  <a:schemeClr val="accent1"/>
                </a:solidFill>
              </a:rPr>
              <a:t> </a:t>
            </a:r>
            <a:r>
              <a:rPr lang="pl-PL" sz="1200" b="1" dirty="0" err="1">
                <a:solidFill>
                  <a:schemeClr val="accent1"/>
                </a:solidFill>
              </a:rPr>
              <a:t>ps</a:t>
            </a:r>
            <a:r>
              <a:rPr lang="pl-PL" sz="1200" b="1" dirty="0">
                <a:solidFill>
                  <a:schemeClr val="accent1"/>
                </a:solidFill>
              </a:rPr>
              <a:t> -l </a:t>
            </a:r>
          </a:p>
          <a:p>
            <a:r>
              <a:rPr lang="pl-PL" sz="1200" dirty="0"/>
              <a:t>CONTAINER ID   IMAGE                                COMMAND                  CREATED         STATUS         PORTS                                         NAMES</a:t>
            </a:r>
          </a:p>
          <a:p>
            <a:r>
              <a:rPr lang="pl-PL" sz="1200" dirty="0"/>
              <a:t>106dfa1a069b   </a:t>
            </a:r>
            <a:r>
              <a:rPr lang="pl-PL" sz="1200" dirty="0" err="1"/>
              <a:t>kubuspospolitos</a:t>
            </a:r>
            <a:r>
              <a:rPr lang="pl-PL" sz="1200" dirty="0"/>
              <a:t>/moja-aplikacja:1.0   "</a:t>
            </a:r>
            <a:r>
              <a:rPr lang="pl-PL" sz="1200" dirty="0" err="1"/>
              <a:t>docker-entrypoint.s</a:t>
            </a:r>
            <a:r>
              <a:rPr lang="pl-PL" sz="1200" dirty="0"/>
              <a:t>…"   6 </a:t>
            </a:r>
            <a:r>
              <a:rPr lang="pl-PL" sz="1200" dirty="0" err="1"/>
              <a:t>minutes</a:t>
            </a:r>
            <a:r>
              <a:rPr lang="pl-PL" sz="1200" dirty="0"/>
              <a:t> ago   </a:t>
            </a:r>
            <a:r>
              <a:rPr lang="pl-PL" sz="1200" dirty="0" err="1"/>
              <a:t>Up</a:t>
            </a:r>
            <a:r>
              <a:rPr lang="pl-PL" sz="1200" dirty="0"/>
              <a:t> 6 </a:t>
            </a:r>
            <a:r>
              <a:rPr lang="pl-PL" sz="1200" dirty="0" err="1"/>
              <a:t>minutes</a:t>
            </a:r>
            <a:r>
              <a:rPr lang="pl-PL" sz="1200" dirty="0"/>
              <a:t>   0.0.0.0:3000-&gt;3000/</a:t>
            </a:r>
            <a:r>
              <a:rPr lang="pl-PL" sz="1200" dirty="0" err="1"/>
              <a:t>tcp</a:t>
            </a:r>
            <a:r>
              <a:rPr lang="pl-PL" sz="1200" dirty="0"/>
              <a:t>, [::]:3000-&gt;3000/</a:t>
            </a:r>
            <a:r>
              <a:rPr lang="pl-PL" sz="1200" dirty="0" err="1"/>
              <a:t>tcp</a:t>
            </a:r>
            <a:r>
              <a:rPr lang="pl-PL" sz="1200" dirty="0"/>
              <a:t>   </a:t>
            </a:r>
            <a:r>
              <a:rPr lang="pl-PL" sz="1200" dirty="0" err="1"/>
              <a:t>compassionate_johnson</a:t>
            </a:r>
            <a:endParaRPr lang="pl-PL" sz="1200" dirty="0"/>
          </a:p>
          <a:p>
            <a:endParaRPr lang="pl-PL" sz="1200" dirty="0"/>
          </a:p>
          <a:p>
            <a:endParaRPr lang="pl-PL" sz="1200" dirty="0"/>
          </a:p>
          <a:p>
            <a:r>
              <a:rPr lang="pl-PL" sz="1200" dirty="0" err="1"/>
              <a:t>apple@MacBook-Pro</a:t>
            </a:r>
            <a:r>
              <a:rPr lang="pl-PL" sz="1200" dirty="0"/>
              <a:t> 1-cwiczenie % </a:t>
            </a:r>
            <a:r>
              <a:rPr lang="pl-PL" sz="1200" b="1" dirty="0" err="1">
                <a:solidFill>
                  <a:schemeClr val="accent1"/>
                </a:solidFill>
              </a:rPr>
              <a:t>docker</a:t>
            </a:r>
            <a:r>
              <a:rPr lang="pl-PL" sz="1200" b="1" dirty="0">
                <a:solidFill>
                  <a:schemeClr val="accent1"/>
                </a:solidFill>
              </a:rPr>
              <a:t> </a:t>
            </a:r>
            <a:r>
              <a:rPr lang="pl-PL" sz="1200" b="1" dirty="0" err="1">
                <a:solidFill>
                  <a:schemeClr val="accent1"/>
                </a:solidFill>
              </a:rPr>
              <a:t>rm</a:t>
            </a:r>
            <a:r>
              <a:rPr lang="pl-PL" sz="1200" b="1" dirty="0">
                <a:solidFill>
                  <a:schemeClr val="accent1"/>
                </a:solidFill>
              </a:rPr>
              <a:t> 106dfa1a069b</a:t>
            </a:r>
          </a:p>
          <a:p>
            <a:r>
              <a:rPr lang="pl-PL" sz="1200" dirty="0"/>
              <a:t>Error </a:t>
            </a:r>
            <a:r>
              <a:rPr lang="pl-PL" sz="1200" dirty="0" err="1"/>
              <a:t>response</a:t>
            </a:r>
            <a:r>
              <a:rPr lang="pl-PL" sz="1200" dirty="0"/>
              <a:t> from </a:t>
            </a:r>
            <a:r>
              <a:rPr lang="pl-PL" sz="1200" dirty="0" err="1"/>
              <a:t>daemon</a:t>
            </a:r>
            <a:r>
              <a:rPr lang="pl-PL" sz="1200" dirty="0"/>
              <a:t>: </a:t>
            </a:r>
            <a:r>
              <a:rPr lang="pl-PL" sz="1200" dirty="0" err="1"/>
              <a:t>cannot</a:t>
            </a:r>
            <a:r>
              <a:rPr lang="pl-PL" sz="1200" dirty="0"/>
              <a:t> </a:t>
            </a:r>
            <a:r>
              <a:rPr lang="pl-PL" sz="1200" dirty="0" err="1"/>
              <a:t>remove</a:t>
            </a:r>
            <a:r>
              <a:rPr lang="pl-PL" sz="1200" dirty="0"/>
              <a:t> </a:t>
            </a:r>
            <a:r>
              <a:rPr lang="pl-PL" sz="1200" dirty="0" err="1"/>
              <a:t>container</a:t>
            </a:r>
            <a:r>
              <a:rPr lang="pl-PL" sz="1200" dirty="0"/>
              <a:t> "106dfa1a069b": </a:t>
            </a:r>
            <a:r>
              <a:rPr lang="pl-PL" sz="1200" dirty="0" err="1"/>
              <a:t>container</a:t>
            </a:r>
            <a:r>
              <a:rPr lang="pl-PL" sz="1200" dirty="0"/>
              <a:t> </a:t>
            </a:r>
            <a:r>
              <a:rPr lang="pl-PL" sz="1200" dirty="0" err="1"/>
              <a:t>is</a:t>
            </a:r>
            <a:r>
              <a:rPr lang="pl-PL" sz="1200" dirty="0"/>
              <a:t> </a:t>
            </a:r>
            <a:r>
              <a:rPr lang="pl-PL" sz="1200" dirty="0" err="1"/>
              <a:t>running</a:t>
            </a:r>
            <a:r>
              <a:rPr lang="pl-PL" sz="1200" dirty="0"/>
              <a:t>: stop the </a:t>
            </a:r>
            <a:r>
              <a:rPr lang="pl-PL" sz="1200" dirty="0" err="1"/>
              <a:t>container</a:t>
            </a:r>
            <a:r>
              <a:rPr lang="pl-PL" sz="1200" dirty="0"/>
              <a:t> </a:t>
            </a:r>
            <a:r>
              <a:rPr lang="pl-PL" sz="1200" dirty="0" err="1"/>
              <a:t>before</a:t>
            </a:r>
            <a:r>
              <a:rPr lang="pl-PL" sz="1200" dirty="0"/>
              <a:t> </a:t>
            </a:r>
            <a:r>
              <a:rPr lang="pl-PL" sz="1200" dirty="0" err="1"/>
              <a:t>removing</a:t>
            </a:r>
            <a:r>
              <a:rPr lang="pl-PL" sz="1200" dirty="0"/>
              <a:t> </a:t>
            </a:r>
            <a:r>
              <a:rPr lang="pl-PL" sz="1200" dirty="0" err="1"/>
              <a:t>or</a:t>
            </a:r>
            <a:r>
              <a:rPr lang="pl-PL" sz="1200" dirty="0"/>
              <a:t> </a:t>
            </a:r>
            <a:r>
              <a:rPr lang="pl-PL" sz="1200" dirty="0" err="1"/>
              <a:t>force</a:t>
            </a:r>
            <a:r>
              <a:rPr lang="pl-PL" sz="1200" dirty="0"/>
              <a:t> </a:t>
            </a:r>
            <a:r>
              <a:rPr lang="pl-PL" sz="1200" dirty="0" err="1"/>
              <a:t>remove</a:t>
            </a:r>
            <a:endParaRPr lang="pl-PL" sz="1200" dirty="0"/>
          </a:p>
          <a:p>
            <a:endParaRPr lang="pl-PL" sz="1200" dirty="0"/>
          </a:p>
          <a:p>
            <a:endParaRPr lang="pl-PL" sz="1200" dirty="0"/>
          </a:p>
          <a:p>
            <a:r>
              <a:rPr lang="pl-PL" sz="1200" dirty="0" err="1"/>
              <a:t>apple@MacBook-Pro</a:t>
            </a:r>
            <a:r>
              <a:rPr lang="pl-PL" sz="1200" dirty="0"/>
              <a:t> 1-cwiczenie % </a:t>
            </a:r>
            <a:r>
              <a:rPr lang="pl-PL" sz="1200" b="1" dirty="0" err="1">
                <a:solidFill>
                  <a:schemeClr val="accent1"/>
                </a:solidFill>
              </a:rPr>
              <a:t>docker</a:t>
            </a:r>
            <a:r>
              <a:rPr lang="pl-PL" sz="1200" b="1" dirty="0">
                <a:solidFill>
                  <a:schemeClr val="accent1"/>
                </a:solidFill>
              </a:rPr>
              <a:t> stop 106dfa1a069b     </a:t>
            </a:r>
          </a:p>
          <a:p>
            <a:r>
              <a:rPr lang="pl-PL" sz="1200" dirty="0"/>
              <a:t>106dfa1a069b</a:t>
            </a:r>
          </a:p>
          <a:p>
            <a:endParaRPr lang="pl-PL" sz="1200" dirty="0"/>
          </a:p>
          <a:p>
            <a:r>
              <a:rPr lang="pl-PL" sz="1200" dirty="0" err="1"/>
              <a:t>apple@MacBook-Pro</a:t>
            </a:r>
            <a:r>
              <a:rPr lang="pl-PL" sz="1200" dirty="0"/>
              <a:t> 1-cwiczenie % </a:t>
            </a:r>
            <a:r>
              <a:rPr lang="pl-PL" sz="1200" b="1" dirty="0" err="1">
                <a:solidFill>
                  <a:schemeClr val="accent1"/>
                </a:solidFill>
              </a:rPr>
              <a:t>docker</a:t>
            </a:r>
            <a:r>
              <a:rPr lang="pl-PL" sz="1200" b="1" dirty="0">
                <a:solidFill>
                  <a:schemeClr val="accent1"/>
                </a:solidFill>
              </a:rPr>
              <a:t> </a:t>
            </a:r>
            <a:r>
              <a:rPr lang="pl-PL" sz="1200" b="1" dirty="0" err="1">
                <a:solidFill>
                  <a:schemeClr val="accent1"/>
                </a:solidFill>
              </a:rPr>
              <a:t>rm</a:t>
            </a:r>
            <a:r>
              <a:rPr lang="pl-PL" sz="1200" b="1" dirty="0">
                <a:solidFill>
                  <a:schemeClr val="accent1"/>
                </a:solidFill>
              </a:rPr>
              <a:t> 106dfa1a069b  </a:t>
            </a:r>
          </a:p>
          <a:p>
            <a:r>
              <a:rPr lang="pl-PL" sz="1200" dirty="0"/>
              <a:t>106dfa1a069b</a:t>
            </a:r>
          </a:p>
        </p:txBody>
      </p:sp>
    </p:spTree>
    <p:extLst>
      <p:ext uri="{BB962C8B-B14F-4D97-AF65-F5344CB8AC3E}">
        <p14:creationId xmlns:p14="http://schemas.microsoft.com/office/powerpoint/2010/main" val="6410410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DD1A71B-C149-ABEB-2E94-16BBE3695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Docker </a:t>
            </a:r>
            <a:r>
              <a:rPr lang="pl-PL" dirty="0" err="1"/>
              <a:t>logs</a:t>
            </a:r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A09B9CCE-475E-6B2D-356F-17CCC1F5F3D4}"/>
              </a:ext>
            </a:extLst>
          </p:cNvPr>
          <p:cNvSpPr txBox="1"/>
          <p:nvPr/>
        </p:nvSpPr>
        <p:spPr>
          <a:xfrm>
            <a:off x="126125" y="2575262"/>
            <a:ext cx="13095889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000" dirty="0" err="1">
                <a:effectLst/>
                <a:latin typeface="Menlo" panose="020B0609030804020204" pitchFamily="49" charset="0"/>
              </a:rPr>
              <a:t>apple@MacBook-Pro</a:t>
            </a:r>
            <a:r>
              <a:rPr lang="pl-PL" sz="1000" dirty="0">
                <a:effectLst/>
                <a:latin typeface="Menlo" panose="020B0609030804020204" pitchFamily="49" charset="0"/>
              </a:rPr>
              <a:t> ~ % </a:t>
            </a:r>
            <a:r>
              <a:rPr lang="pl-PL" sz="1200" b="1" dirty="0" err="1">
                <a:solidFill>
                  <a:schemeClr val="accent1"/>
                </a:solidFill>
                <a:effectLst/>
                <a:latin typeface="Menlo" panose="020B0609030804020204" pitchFamily="49" charset="0"/>
              </a:rPr>
              <a:t>docker</a:t>
            </a:r>
            <a:r>
              <a:rPr lang="pl-PL" sz="1200" b="1" dirty="0">
                <a:solidFill>
                  <a:schemeClr val="accent1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pl-PL" sz="1200" b="1" dirty="0" err="1">
                <a:solidFill>
                  <a:schemeClr val="accent1"/>
                </a:solidFill>
                <a:effectLst/>
                <a:latin typeface="Menlo" panose="020B0609030804020204" pitchFamily="49" charset="0"/>
              </a:rPr>
              <a:t>ps</a:t>
            </a:r>
            <a:r>
              <a:rPr lang="pl-PL" sz="1200" b="1" dirty="0">
                <a:solidFill>
                  <a:schemeClr val="accent1"/>
                </a:solidFill>
                <a:effectLst/>
                <a:latin typeface="Menlo" panose="020B0609030804020204" pitchFamily="49" charset="0"/>
              </a:rPr>
              <a:t>   </a:t>
            </a:r>
          </a:p>
          <a:p>
            <a:r>
              <a:rPr lang="pl-PL" sz="1000" dirty="0">
                <a:effectLst/>
                <a:latin typeface="Menlo" panose="020B0609030804020204" pitchFamily="49" charset="0"/>
              </a:rPr>
              <a:t>CONTAINER ID   IMAGE                COMMAND           CREATED          STATUS          PORTS                                         NAMES</a:t>
            </a:r>
          </a:p>
          <a:p>
            <a:r>
              <a:rPr lang="pl-PL" sz="1000" dirty="0">
                <a:effectLst/>
                <a:latin typeface="Menlo" panose="020B0609030804020204" pitchFamily="49" charset="0"/>
              </a:rPr>
              <a:t>449539ea386b  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flask-students-app</a:t>
            </a:r>
            <a:r>
              <a:rPr lang="pl-PL" sz="1000" dirty="0">
                <a:effectLst/>
                <a:latin typeface="Menlo" panose="020B0609030804020204" pitchFamily="49" charset="0"/>
              </a:rPr>
              <a:t>   "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python</a:t>
            </a:r>
            <a:r>
              <a:rPr lang="pl-PL" sz="1000" dirty="0">
                <a:effectLst/>
                <a:latin typeface="Menlo" panose="020B0609030804020204" pitchFamily="49" charset="0"/>
              </a:rPr>
              <a:t>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app.py</a:t>
            </a:r>
            <a:r>
              <a:rPr lang="pl-PL" sz="1000" dirty="0">
                <a:effectLst/>
                <a:latin typeface="Menlo" panose="020B0609030804020204" pitchFamily="49" charset="0"/>
              </a:rPr>
              <a:t>"   39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seconds</a:t>
            </a:r>
            <a:r>
              <a:rPr lang="pl-PL" sz="1000" dirty="0">
                <a:effectLst/>
                <a:latin typeface="Menlo" panose="020B0609030804020204" pitchFamily="49" charset="0"/>
              </a:rPr>
              <a:t> ago  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Up</a:t>
            </a:r>
            <a:r>
              <a:rPr lang="pl-PL" sz="1000" dirty="0">
                <a:effectLst/>
                <a:latin typeface="Menlo" panose="020B0609030804020204" pitchFamily="49" charset="0"/>
              </a:rPr>
              <a:t> 39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seconds</a:t>
            </a:r>
            <a:r>
              <a:rPr lang="pl-PL" sz="1000" dirty="0">
                <a:effectLst/>
                <a:latin typeface="Menlo" panose="020B0609030804020204" pitchFamily="49" charset="0"/>
              </a:rPr>
              <a:t>   0.0.0.0:5001-&gt;5000/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tcp</a:t>
            </a:r>
            <a:r>
              <a:rPr lang="pl-PL" sz="1000" dirty="0">
                <a:effectLst/>
                <a:latin typeface="Menlo" panose="020B0609030804020204" pitchFamily="49" charset="0"/>
              </a:rPr>
              <a:t>, [::]:5001-&gt;5000/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tcp</a:t>
            </a:r>
            <a:r>
              <a:rPr lang="pl-PL" sz="1000" dirty="0">
                <a:effectLst/>
                <a:latin typeface="Menlo" panose="020B0609030804020204" pitchFamily="49" charset="0"/>
              </a:rPr>
              <a:t>  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intelligent_montalcini</a:t>
            </a:r>
            <a:endParaRPr lang="pl-PL" sz="1000" dirty="0">
              <a:effectLst/>
              <a:latin typeface="Menlo" panose="020B0609030804020204" pitchFamily="49" charset="0"/>
            </a:endParaRPr>
          </a:p>
          <a:p>
            <a:endParaRPr lang="pl-PL" sz="1000" dirty="0">
              <a:effectLst/>
              <a:latin typeface="Menlo" panose="020B0609030804020204" pitchFamily="49" charset="0"/>
            </a:endParaRPr>
          </a:p>
          <a:p>
            <a:endParaRPr lang="pl-PL" sz="1000" dirty="0">
              <a:latin typeface="Menlo" panose="020B0609030804020204" pitchFamily="49" charset="0"/>
            </a:endParaRPr>
          </a:p>
          <a:p>
            <a:endParaRPr lang="pl-PL" sz="1000" dirty="0">
              <a:effectLst/>
              <a:latin typeface="Menlo" panose="020B0609030804020204" pitchFamily="49" charset="0"/>
            </a:endParaRPr>
          </a:p>
          <a:p>
            <a:r>
              <a:rPr lang="pl-PL" sz="1000" dirty="0" err="1">
                <a:effectLst/>
                <a:latin typeface="Menlo" panose="020B0609030804020204" pitchFamily="49" charset="0"/>
              </a:rPr>
              <a:t>apple@MacBook-Pro</a:t>
            </a:r>
            <a:r>
              <a:rPr lang="pl-PL" sz="1000" dirty="0">
                <a:effectLst/>
                <a:latin typeface="Menlo" panose="020B0609030804020204" pitchFamily="49" charset="0"/>
              </a:rPr>
              <a:t> ~ % </a:t>
            </a:r>
            <a:r>
              <a:rPr lang="pl-PL" sz="1200" b="1" dirty="0" err="1">
                <a:solidFill>
                  <a:schemeClr val="accent1"/>
                </a:solidFill>
                <a:effectLst/>
                <a:latin typeface="Menlo" panose="020B0609030804020204" pitchFamily="49" charset="0"/>
              </a:rPr>
              <a:t>docker</a:t>
            </a:r>
            <a:r>
              <a:rPr lang="pl-PL" sz="1200" b="1" dirty="0">
                <a:solidFill>
                  <a:schemeClr val="accent1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pl-PL" sz="1200" b="1" dirty="0" err="1">
                <a:solidFill>
                  <a:schemeClr val="accent1"/>
                </a:solidFill>
                <a:effectLst/>
                <a:latin typeface="Menlo" panose="020B0609030804020204" pitchFamily="49" charset="0"/>
              </a:rPr>
              <a:t>ps</a:t>
            </a:r>
            <a:r>
              <a:rPr lang="pl-PL" sz="1200" b="1" dirty="0">
                <a:solidFill>
                  <a:schemeClr val="accent1"/>
                </a:solidFill>
                <a:effectLst/>
                <a:latin typeface="Menlo" panose="020B0609030804020204" pitchFamily="49" charset="0"/>
              </a:rPr>
              <a:t> -l </a:t>
            </a:r>
          </a:p>
          <a:p>
            <a:r>
              <a:rPr lang="pl-PL" sz="1000" dirty="0">
                <a:effectLst/>
                <a:latin typeface="Menlo" panose="020B0609030804020204" pitchFamily="49" charset="0"/>
              </a:rPr>
              <a:t>CONTAINER ID   IMAGE                COMMAND           CREATED          STATUS          PORTS                                         NAMES</a:t>
            </a:r>
          </a:p>
          <a:p>
            <a:r>
              <a:rPr lang="pl-PL" sz="1000" dirty="0">
                <a:effectLst/>
                <a:latin typeface="Menlo" panose="020B0609030804020204" pitchFamily="49" charset="0"/>
              </a:rPr>
              <a:t>449539ea386b  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flask-students-app</a:t>
            </a:r>
            <a:r>
              <a:rPr lang="pl-PL" sz="1000" dirty="0">
                <a:effectLst/>
                <a:latin typeface="Menlo" panose="020B0609030804020204" pitchFamily="49" charset="0"/>
              </a:rPr>
              <a:t>   "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python</a:t>
            </a:r>
            <a:r>
              <a:rPr lang="pl-PL" sz="1000" dirty="0">
                <a:effectLst/>
                <a:latin typeface="Menlo" panose="020B0609030804020204" pitchFamily="49" charset="0"/>
              </a:rPr>
              <a:t>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app.py</a:t>
            </a:r>
            <a:r>
              <a:rPr lang="pl-PL" sz="1000" dirty="0">
                <a:effectLst/>
                <a:latin typeface="Menlo" panose="020B0609030804020204" pitchFamily="49" charset="0"/>
              </a:rPr>
              <a:t>"   45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seconds</a:t>
            </a:r>
            <a:r>
              <a:rPr lang="pl-PL" sz="1000" dirty="0">
                <a:effectLst/>
                <a:latin typeface="Menlo" panose="020B0609030804020204" pitchFamily="49" charset="0"/>
              </a:rPr>
              <a:t> ago  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Up</a:t>
            </a:r>
            <a:r>
              <a:rPr lang="pl-PL" sz="1000" dirty="0">
                <a:effectLst/>
                <a:latin typeface="Menlo" panose="020B0609030804020204" pitchFamily="49" charset="0"/>
              </a:rPr>
              <a:t> 45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seconds</a:t>
            </a:r>
            <a:r>
              <a:rPr lang="pl-PL" sz="1000" dirty="0">
                <a:effectLst/>
                <a:latin typeface="Menlo" panose="020B0609030804020204" pitchFamily="49" charset="0"/>
              </a:rPr>
              <a:t>   0.0.0.0:5001-&gt;5000/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tcp</a:t>
            </a:r>
            <a:r>
              <a:rPr lang="pl-PL" sz="1000" dirty="0">
                <a:effectLst/>
                <a:latin typeface="Menlo" panose="020B0609030804020204" pitchFamily="49" charset="0"/>
              </a:rPr>
              <a:t>, [::]:5001-&gt;5000/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tcp</a:t>
            </a:r>
            <a:r>
              <a:rPr lang="pl-PL" sz="1000" dirty="0">
                <a:effectLst/>
                <a:latin typeface="Menlo" panose="020B0609030804020204" pitchFamily="49" charset="0"/>
              </a:rPr>
              <a:t>  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intelligent_montalcini</a:t>
            </a:r>
            <a:endParaRPr lang="pl-PL" sz="1000" dirty="0">
              <a:effectLst/>
              <a:latin typeface="Menlo" panose="020B0609030804020204" pitchFamily="49" charset="0"/>
            </a:endParaRPr>
          </a:p>
          <a:p>
            <a:endParaRPr lang="pl-PL" sz="1000" dirty="0">
              <a:effectLst/>
              <a:latin typeface="Menlo" panose="020B0609030804020204" pitchFamily="49" charset="0"/>
            </a:endParaRPr>
          </a:p>
          <a:p>
            <a:endParaRPr lang="pl-PL" sz="1000" dirty="0">
              <a:latin typeface="Menlo" panose="020B0609030804020204" pitchFamily="49" charset="0"/>
            </a:endParaRPr>
          </a:p>
          <a:p>
            <a:endParaRPr lang="pl-PL" sz="1000" dirty="0">
              <a:effectLst/>
              <a:latin typeface="Menlo" panose="020B0609030804020204" pitchFamily="49" charset="0"/>
            </a:endParaRPr>
          </a:p>
          <a:p>
            <a:endParaRPr lang="pl-PL" sz="1000" dirty="0">
              <a:latin typeface="Menlo" panose="020B0609030804020204" pitchFamily="49" charset="0"/>
            </a:endParaRPr>
          </a:p>
          <a:p>
            <a:endParaRPr lang="pl-PL" sz="1000" dirty="0">
              <a:effectLst/>
              <a:latin typeface="Menlo" panose="020B0609030804020204" pitchFamily="49" charset="0"/>
            </a:endParaRPr>
          </a:p>
          <a:p>
            <a:endParaRPr lang="pl-PL" sz="1000" dirty="0">
              <a:latin typeface="Menlo" panose="020B0609030804020204" pitchFamily="49" charset="0"/>
            </a:endParaRPr>
          </a:p>
          <a:p>
            <a:r>
              <a:rPr lang="pl-PL" sz="1000" dirty="0" err="1">
                <a:effectLst/>
                <a:latin typeface="Menlo" panose="020B0609030804020204" pitchFamily="49" charset="0"/>
              </a:rPr>
              <a:t>apple@MacBook-Pro</a:t>
            </a:r>
            <a:r>
              <a:rPr lang="pl-PL" sz="1000" dirty="0">
                <a:effectLst/>
                <a:latin typeface="Menlo" panose="020B0609030804020204" pitchFamily="49" charset="0"/>
              </a:rPr>
              <a:t> ~ % </a:t>
            </a:r>
            <a:r>
              <a:rPr lang="pl-PL" sz="1200" b="1" dirty="0" err="1">
                <a:solidFill>
                  <a:schemeClr val="accent1"/>
                </a:solidFill>
                <a:effectLst/>
                <a:latin typeface="Menlo" panose="020B0609030804020204" pitchFamily="49" charset="0"/>
              </a:rPr>
              <a:t>docker</a:t>
            </a:r>
            <a:r>
              <a:rPr lang="pl-PL" sz="1200" b="1" dirty="0">
                <a:solidFill>
                  <a:schemeClr val="accent1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pl-PL" sz="1200" b="1" dirty="0" err="1">
                <a:solidFill>
                  <a:schemeClr val="accent1"/>
                </a:solidFill>
                <a:effectLst/>
                <a:latin typeface="Menlo" panose="020B0609030804020204" pitchFamily="49" charset="0"/>
              </a:rPr>
              <a:t>logs</a:t>
            </a:r>
            <a:r>
              <a:rPr lang="pl-PL" sz="1200" b="1" dirty="0">
                <a:solidFill>
                  <a:schemeClr val="accent1"/>
                </a:solidFill>
                <a:effectLst/>
                <a:latin typeface="Menlo" panose="020B0609030804020204" pitchFamily="49" charset="0"/>
              </a:rPr>
              <a:t> 449539ea386b</a:t>
            </a:r>
          </a:p>
          <a:p>
            <a:r>
              <a:rPr lang="pl-PL" sz="1000" dirty="0">
                <a:effectLst/>
                <a:latin typeface="Menlo" panose="020B0609030804020204" pitchFamily="49" charset="0"/>
              </a:rPr>
              <a:t> *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Serving</a:t>
            </a:r>
            <a:r>
              <a:rPr lang="pl-PL" sz="1000" dirty="0">
                <a:effectLst/>
                <a:latin typeface="Menlo" panose="020B0609030804020204" pitchFamily="49" charset="0"/>
              </a:rPr>
              <a:t>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Flask</a:t>
            </a:r>
            <a:r>
              <a:rPr lang="pl-PL" sz="1000" dirty="0">
                <a:effectLst/>
                <a:latin typeface="Menlo" panose="020B0609030804020204" pitchFamily="49" charset="0"/>
              </a:rPr>
              <a:t>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app</a:t>
            </a:r>
            <a:r>
              <a:rPr lang="pl-PL" sz="1000" dirty="0">
                <a:effectLst/>
                <a:latin typeface="Menlo" panose="020B0609030804020204" pitchFamily="49" charset="0"/>
              </a:rPr>
              <a:t> '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app</a:t>
            </a:r>
            <a:r>
              <a:rPr lang="pl-PL" sz="1000" dirty="0">
                <a:effectLst/>
                <a:latin typeface="Menlo" panose="020B0609030804020204" pitchFamily="49" charset="0"/>
              </a:rPr>
              <a:t>'</a:t>
            </a:r>
          </a:p>
          <a:p>
            <a:r>
              <a:rPr lang="pl-PL" sz="1000" dirty="0">
                <a:effectLst/>
                <a:latin typeface="Menlo" panose="020B0609030804020204" pitchFamily="49" charset="0"/>
              </a:rPr>
              <a:t> *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Debug</a:t>
            </a:r>
            <a:r>
              <a:rPr lang="pl-PL" sz="1000" dirty="0">
                <a:effectLst/>
                <a:latin typeface="Menlo" panose="020B0609030804020204" pitchFamily="49" charset="0"/>
              </a:rPr>
              <a:t> </a:t>
            </a:r>
            <a:r>
              <a:rPr lang="pl-PL" sz="1000" dirty="0" err="1">
                <a:effectLst/>
                <a:latin typeface="Menlo" panose="020B0609030804020204" pitchFamily="49" charset="0"/>
              </a:rPr>
              <a:t>mode</a:t>
            </a:r>
            <a:r>
              <a:rPr lang="pl-PL" sz="1000" dirty="0">
                <a:effectLst/>
                <a:latin typeface="Menlo" panose="020B0609030804020204" pitchFamily="49" charset="0"/>
              </a:rPr>
              <a:t>: off</a:t>
            </a:r>
          </a:p>
          <a:p>
            <a:r>
              <a:rPr lang="pl-PL" sz="1000" b="1" dirty="0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WARNING: </a:t>
            </a:r>
            <a:r>
              <a:rPr lang="pl-PL" sz="1000" b="1" dirty="0" err="1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pl-PL" sz="1000" b="1" dirty="0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pl-PL" sz="1000" b="1" dirty="0" err="1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is</a:t>
            </a:r>
            <a:r>
              <a:rPr lang="pl-PL" sz="1000" b="1" dirty="0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 a development </a:t>
            </a:r>
            <a:r>
              <a:rPr lang="pl-PL" sz="1000" b="1" dirty="0" err="1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server</a:t>
            </a:r>
            <a:r>
              <a:rPr lang="pl-PL" sz="1000" b="1" dirty="0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. Do not </a:t>
            </a:r>
            <a:r>
              <a:rPr lang="pl-PL" sz="1000" b="1" dirty="0" err="1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use</a:t>
            </a:r>
            <a:r>
              <a:rPr lang="pl-PL" sz="1000" b="1" dirty="0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pl-PL" sz="1000" b="1" dirty="0" err="1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it</a:t>
            </a:r>
            <a:r>
              <a:rPr lang="pl-PL" sz="1000" b="1" dirty="0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 in a </a:t>
            </a:r>
            <a:r>
              <a:rPr lang="pl-PL" sz="1000" b="1" dirty="0" err="1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production</a:t>
            </a:r>
            <a:r>
              <a:rPr lang="pl-PL" sz="1000" b="1" dirty="0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pl-PL" sz="1000" b="1" dirty="0" err="1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deployment</a:t>
            </a:r>
            <a:r>
              <a:rPr lang="pl-PL" sz="1000" b="1" dirty="0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. </a:t>
            </a:r>
            <a:r>
              <a:rPr lang="pl-PL" sz="1000" b="1" dirty="0" err="1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Use</a:t>
            </a:r>
            <a:r>
              <a:rPr lang="pl-PL" sz="1000" b="1" dirty="0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 a </a:t>
            </a:r>
            <a:r>
              <a:rPr lang="pl-PL" sz="1000" b="1" dirty="0" err="1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production</a:t>
            </a:r>
            <a:r>
              <a:rPr lang="pl-PL" sz="1000" b="1" dirty="0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 WSGI </a:t>
            </a:r>
            <a:r>
              <a:rPr lang="pl-PL" sz="1000" b="1" dirty="0" err="1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server</a:t>
            </a:r>
            <a:r>
              <a:rPr lang="pl-PL" sz="1000" b="1" dirty="0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pl-PL" sz="1000" b="1" dirty="0" err="1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instead</a:t>
            </a:r>
            <a:r>
              <a:rPr lang="pl-PL" sz="1000" b="1" dirty="0">
                <a:solidFill>
                  <a:srgbClr val="C63121"/>
                </a:solidFill>
                <a:effectLst/>
                <a:latin typeface="Menlo" panose="020B0609030804020204" pitchFamily="49" charset="0"/>
              </a:rPr>
              <a:t>.</a:t>
            </a:r>
            <a:endParaRPr lang="pl-PL" sz="1000" dirty="0">
              <a:solidFill>
                <a:srgbClr val="C63121"/>
              </a:solidFill>
              <a:effectLst/>
              <a:latin typeface="Menlo" panose="020B0609030804020204" pitchFamily="49" charset="0"/>
            </a:endParaRPr>
          </a:p>
          <a:p>
            <a:r>
              <a:rPr lang="pl-PL" sz="1000" dirty="0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 * </a:t>
            </a:r>
            <a:r>
              <a:rPr lang="pl-PL" sz="1000" dirty="0" err="1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Running</a:t>
            </a:r>
            <a:r>
              <a:rPr lang="pl-PL" sz="1000" dirty="0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 on </a:t>
            </a:r>
            <a:r>
              <a:rPr lang="pl-PL" sz="1000" dirty="0" err="1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all</a:t>
            </a:r>
            <a:r>
              <a:rPr lang="pl-PL" sz="1000" dirty="0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pl-PL" sz="1000" dirty="0" err="1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addresses</a:t>
            </a:r>
            <a:r>
              <a:rPr lang="pl-PL" sz="1000" dirty="0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 (0.0.0.0)</a:t>
            </a:r>
          </a:p>
          <a:p>
            <a:r>
              <a:rPr lang="pl-PL" sz="1000" dirty="0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 * </a:t>
            </a:r>
            <a:r>
              <a:rPr lang="pl-PL" sz="1000" dirty="0" err="1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Running</a:t>
            </a:r>
            <a:r>
              <a:rPr lang="pl-PL" sz="1000" dirty="0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 on http://127.0.0.1:5000</a:t>
            </a:r>
          </a:p>
          <a:p>
            <a:r>
              <a:rPr lang="pl-PL" sz="1000" dirty="0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 * </a:t>
            </a:r>
            <a:r>
              <a:rPr lang="pl-PL" sz="1000" dirty="0" err="1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Running</a:t>
            </a:r>
            <a:r>
              <a:rPr lang="pl-PL" sz="1000" dirty="0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 on http://172.17.0.2:5000</a:t>
            </a:r>
          </a:p>
          <a:p>
            <a:r>
              <a:rPr lang="pl-PL" sz="1000" dirty="0">
                <a:solidFill>
                  <a:srgbClr val="A8A923"/>
                </a:solidFill>
                <a:effectLst/>
                <a:latin typeface="Menlo" panose="020B0609030804020204" pitchFamily="49" charset="0"/>
              </a:rPr>
              <a:t>Press CTRL+C to </a:t>
            </a:r>
            <a:r>
              <a:rPr lang="pl-PL" sz="1000" dirty="0" err="1">
                <a:solidFill>
                  <a:srgbClr val="A8A923"/>
                </a:solidFill>
                <a:effectLst/>
                <a:latin typeface="Menlo" panose="020B0609030804020204" pitchFamily="49" charset="0"/>
              </a:rPr>
              <a:t>quit</a:t>
            </a:r>
            <a:endParaRPr lang="pl-PL" sz="1000" dirty="0">
              <a:solidFill>
                <a:srgbClr val="A8A923"/>
              </a:solidFill>
              <a:effectLst/>
              <a:latin typeface="Menlo" panose="020B0609030804020204" pitchFamily="49" charset="0"/>
            </a:endParaRPr>
          </a:p>
          <a:p>
            <a:r>
              <a:rPr lang="pl-PL" sz="1000" dirty="0" err="1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apple@MacBook-Pro</a:t>
            </a:r>
            <a:r>
              <a:rPr lang="pl-PL" sz="1000" dirty="0">
                <a:solidFill>
                  <a:srgbClr val="F1FAF4"/>
                </a:solidFill>
                <a:effectLst/>
                <a:latin typeface="Menlo" panose="020B0609030804020204" pitchFamily="49" charset="0"/>
              </a:rPr>
              <a:t> ~ % </a:t>
            </a:r>
          </a:p>
        </p:txBody>
      </p:sp>
      <p:cxnSp>
        <p:nvCxnSpPr>
          <p:cNvPr id="7" name="Łącznik prosty ze strzałką 6">
            <a:extLst>
              <a:ext uri="{FF2B5EF4-FFF2-40B4-BE49-F238E27FC236}">
                <a16:creationId xmlns:a16="http://schemas.microsoft.com/office/drawing/2014/main" id="{C5B796A7-BDF6-46ED-C2B7-0882B3A7DC90}"/>
              </a:ext>
            </a:extLst>
          </p:cNvPr>
          <p:cNvCxnSpPr>
            <a:cxnSpLocks/>
          </p:cNvCxnSpPr>
          <p:nvPr/>
        </p:nvCxnSpPr>
        <p:spPr>
          <a:xfrm>
            <a:off x="1030014" y="4099095"/>
            <a:ext cx="2648607" cy="830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57125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BAEB8AD-FA2F-7A3D-E0B5-ECB1BA246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Lab 2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1AAE931-F37B-7B07-BC68-67AE002D7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Wykonaj zadanie z katalogu 2-cwiczenia</a:t>
            </a:r>
          </a:p>
        </p:txBody>
      </p:sp>
      <p:pic>
        <p:nvPicPr>
          <p:cNvPr id="5" name="Obraz 4" descr="Obraz zawierający tekst, zrzut ekranu, Czcionka, design&#10;&#10;Opis wygenerowany automatycznie">
            <a:extLst>
              <a:ext uri="{FF2B5EF4-FFF2-40B4-BE49-F238E27FC236}">
                <a16:creationId xmlns:a16="http://schemas.microsoft.com/office/drawing/2014/main" id="{BAEFBB64-8417-089F-98F2-C30F10EE8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3090278"/>
            <a:ext cx="33782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5945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F50A80E-5DCB-4320-9947-73BF2D6F0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E9C9717-43F9-44EA-9215-3F2D15B1C7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004D1-3DCE-405F-9046-6DE912409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1319957-918B-4BBC-B357-957813808C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DBF1ABE-8590-450D-BB49-BDDCCF3EE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E312684-34E6-4414-83D2-62B3C76BC4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0"/>
            <a:ext cx="10934058" cy="6858000"/>
            <a:chOff x="-1" y="0"/>
            <a:chExt cx="10934058" cy="6858000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04F4760-8690-4B2E-87EE-6BD660BA82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" y="0"/>
              <a:ext cx="10515600" cy="6858000"/>
            </a:xfrm>
            <a:custGeom>
              <a:avLst/>
              <a:gdLst>
                <a:gd name="connsiteX0" fmla="*/ 0 w 10515600"/>
                <a:gd name="connsiteY0" fmla="*/ 0 h 6858000"/>
                <a:gd name="connsiteX1" fmla="*/ 3039549 w 10515600"/>
                <a:gd name="connsiteY1" fmla="*/ 0 h 6858000"/>
                <a:gd name="connsiteX2" fmla="*/ 3387573 w 10515600"/>
                <a:gd name="connsiteY2" fmla="*/ 0 h 6858000"/>
                <a:gd name="connsiteX3" fmla="*/ 3678072 w 10515600"/>
                <a:gd name="connsiteY3" fmla="*/ 0 h 6858000"/>
                <a:gd name="connsiteX4" fmla="*/ 3721524 w 10515600"/>
                <a:gd name="connsiteY4" fmla="*/ 0 h 6858000"/>
                <a:gd name="connsiteX5" fmla="*/ 4595394 w 10515600"/>
                <a:gd name="connsiteY5" fmla="*/ 0 h 6858000"/>
                <a:gd name="connsiteX6" fmla="*/ 4607603 w 10515600"/>
                <a:gd name="connsiteY6" fmla="*/ 0 h 6858000"/>
                <a:gd name="connsiteX7" fmla="*/ 4733044 w 10515600"/>
                <a:gd name="connsiteY7" fmla="*/ 0 h 6858000"/>
                <a:gd name="connsiteX8" fmla="*/ 6226185 w 10515600"/>
                <a:gd name="connsiteY8" fmla="*/ 0 h 6858000"/>
                <a:gd name="connsiteX9" fmla="*/ 8892577 w 10515600"/>
                <a:gd name="connsiteY9" fmla="*/ 0 h 6858000"/>
                <a:gd name="connsiteX10" fmla="*/ 8914701 w 10515600"/>
                <a:gd name="connsiteY10" fmla="*/ 14997 h 6858000"/>
                <a:gd name="connsiteX11" fmla="*/ 10515600 w 10515600"/>
                <a:gd name="connsiteY11" fmla="*/ 3621656 h 6858000"/>
                <a:gd name="connsiteX12" fmla="*/ 8641250 w 10515600"/>
                <a:gd name="connsiteY12" fmla="*/ 6374814 h 6858000"/>
                <a:gd name="connsiteX13" fmla="*/ 8124602 w 10515600"/>
                <a:gd name="connsiteY13" fmla="*/ 6780599 h 6858000"/>
                <a:gd name="connsiteX14" fmla="*/ 8012846 w 10515600"/>
                <a:gd name="connsiteY14" fmla="*/ 6858000 h 6858000"/>
                <a:gd name="connsiteX15" fmla="*/ 6226185 w 10515600"/>
                <a:gd name="connsiteY15" fmla="*/ 6858000 h 6858000"/>
                <a:gd name="connsiteX16" fmla="*/ 4607603 w 10515600"/>
                <a:gd name="connsiteY16" fmla="*/ 6858000 h 6858000"/>
                <a:gd name="connsiteX17" fmla="*/ 4595394 w 10515600"/>
                <a:gd name="connsiteY17" fmla="*/ 6858000 h 6858000"/>
                <a:gd name="connsiteX18" fmla="*/ 4424650 w 10515600"/>
                <a:gd name="connsiteY18" fmla="*/ 6858000 h 6858000"/>
                <a:gd name="connsiteX19" fmla="*/ 3721524 w 10515600"/>
                <a:gd name="connsiteY19" fmla="*/ 6858000 h 6858000"/>
                <a:gd name="connsiteX20" fmla="*/ 3678072 w 10515600"/>
                <a:gd name="connsiteY20" fmla="*/ 6858000 h 6858000"/>
                <a:gd name="connsiteX21" fmla="*/ 3387573 w 10515600"/>
                <a:gd name="connsiteY21" fmla="*/ 6858000 h 6858000"/>
                <a:gd name="connsiteX22" fmla="*/ 3039549 w 10515600"/>
                <a:gd name="connsiteY22" fmla="*/ 6858000 h 6858000"/>
                <a:gd name="connsiteX23" fmla="*/ 0 w 10515600"/>
                <a:gd name="connsiteY2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0515600" h="6858000">
                  <a:moveTo>
                    <a:pt x="0" y="0"/>
                  </a:moveTo>
                  <a:lnTo>
                    <a:pt x="3039549" y="0"/>
                  </a:lnTo>
                  <a:lnTo>
                    <a:pt x="3387573" y="0"/>
                  </a:lnTo>
                  <a:lnTo>
                    <a:pt x="3678072" y="0"/>
                  </a:lnTo>
                  <a:lnTo>
                    <a:pt x="3721524" y="0"/>
                  </a:lnTo>
                  <a:lnTo>
                    <a:pt x="4595394" y="0"/>
                  </a:lnTo>
                  <a:lnTo>
                    <a:pt x="4607603" y="0"/>
                  </a:lnTo>
                  <a:lnTo>
                    <a:pt x="4733044" y="0"/>
                  </a:lnTo>
                  <a:lnTo>
                    <a:pt x="6226185" y="0"/>
                  </a:lnTo>
                  <a:lnTo>
                    <a:pt x="8892577" y="0"/>
                  </a:lnTo>
                  <a:lnTo>
                    <a:pt x="8914701" y="14997"/>
                  </a:lnTo>
                  <a:cubicBezTo>
                    <a:pt x="9941864" y="754641"/>
                    <a:pt x="10515600" y="2093192"/>
                    <a:pt x="10515600" y="3621656"/>
                  </a:cubicBezTo>
                  <a:cubicBezTo>
                    <a:pt x="10515600" y="4969131"/>
                    <a:pt x="9586875" y="5602839"/>
                    <a:pt x="8641250" y="6374814"/>
                  </a:cubicBezTo>
                  <a:cubicBezTo>
                    <a:pt x="8469047" y="6515397"/>
                    <a:pt x="8298420" y="6653108"/>
                    <a:pt x="8124602" y="6780599"/>
                  </a:cubicBezTo>
                  <a:lnTo>
                    <a:pt x="8012846" y="6858000"/>
                  </a:lnTo>
                  <a:lnTo>
                    <a:pt x="6226185" y="6858000"/>
                  </a:lnTo>
                  <a:lnTo>
                    <a:pt x="4607603" y="6858000"/>
                  </a:lnTo>
                  <a:lnTo>
                    <a:pt x="4595394" y="6858000"/>
                  </a:lnTo>
                  <a:lnTo>
                    <a:pt x="4424650" y="6858000"/>
                  </a:lnTo>
                  <a:lnTo>
                    <a:pt x="3721524" y="6858000"/>
                  </a:lnTo>
                  <a:lnTo>
                    <a:pt x="3678072" y="6858000"/>
                  </a:lnTo>
                  <a:lnTo>
                    <a:pt x="3387573" y="6858000"/>
                  </a:lnTo>
                  <a:lnTo>
                    <a:pt x="3039549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BA7E51E-7B6A-4A79-8F84-47C845C7A2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404334" y="0"/>
              <a:ext cx="2529723" cy="6858000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3C85561-90D2-4AFA-B2C5-F2D61D86C2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184327" y="0"/>
              <a:ext cx="2536434" cy="6858000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026B71D-5A6F-48FE-AC6A-D7AAA01806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53086" y="0"/>
              <a:ext cx="2261351" cy="6858000"/>
            </a:xfrm>
            <a:custGeom>
              <a:avLst/>
              <a:gdLst>
                <a:gd name="connsiteX0" fmla="*/ 879731 w 2521425"/>
                <a:gd name="connsiteY0" fmla="*/ 0 h 6858000"/>
                <a:gd name="connsiteX1" fmla="*/ 898402 w 2521425"/>
                <a:gd name="connsiteY1" fmla="*/ 0 h 6858000"/>
                <a:gd name="connsiteX2" fmla="*/ 920526 w 2521425"/>
                <a:gd name="connsiteY2" fmla="*/ 14997 h 6858000"/>
                <a:gd name="connsiteX3" fmla="*/ 2521425 w 2521425"/>
                <a:gd name="connsiteY3" fmla="*/ 3621656 h 6858000"/>
                <a:gd name="connsiteX4" fmla="*/ 647075 w 2521425"/>
                <a:gd name="connsiteY4" fmla="*/ 6374814 h 6858000"/>
                <a:gd name="connsiteX5" fmla="*/ 130427 w 2521425"/>
                <a:gd name="connsiteY5" fmla="*/ 6780599 h 6858000"/>
                <a:gd name="connsiteX6" fmla="*/ 18671 w 2521425"/>
                <a:gd name="connsiteY6" fmla="*/ 6858000 h 6858000"/>
                <a:gd name="connsiteX7" fmla="*/ 0 w 2521425"/>
                <a:gd name="connsiteY7" fmla="*/ 6858000 h 6858000"/>
                <a:gd name="connsiteX8" fmla="*/ 111756 w 2521425"/>
                <a:gd name="connsiteY8" fmla="*/ 6780599 h 6858000"/>
                <a:gd name="connsiteX9" fmla="*/ 628404 w 2521425"/>
                <a:gd name="connsiteY9" fmla="*/ 6374814 h 6858000"/>
                <a:gd name="connsiteX10" fmla="*/ 2502754 w 2521425"/>
                <a:gd name="connsiteY10" fmla="*/ 3621656 h 6858000"/>
                <a:gd name="connsiteX11" fmla="*/ 901855 w 2521425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1425" h="6858000">
                  <a:moveTo>
                    <a:pt x="879731" y="0"/>
                  </a:moveTo>
                  <a:lnTo>
                    <a:pt x="898402" y="0"/>
                  </a:lnTo>
                  <a:lnTo>
                    <a:pt x="920526" y="14997"/>
                  </a:lnTo>
                  <a:cubicBezTo>
                    <a:pt x="1947689" y="754641"/>
                    <a:pt x="2521425" y="2093192"/>
                    <a:pt x="2521425" y="3621656"/>
                  </a:cubicBezTo>
                  <a:cubicBezTo>
                    <a:pt x="2521425" y="4969131"/>
                    <a:pt x="1592700" y="5602839"/>
                    <a:pt x="647075" y="6374814"/>
                  </a:cubicBezTo>
                  <a:cubicBezTo>
                    <a:pt x="474872" y="6515397"/>
                    <a:pt x="304245" y="6653108"/>
                    <a:pt x="130427" y="6780599"/>
                  </a:cubicBezTo>
                  <a:lnTo>
                    <a:pt x="18671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7A21B609-145A-6E06-150B-4F012828C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530" y="1346268"/>
            <a:ext cx="7983942" cy="3125338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6600">
                <a:solidFill>
                  <a:schemeClr val="tx1">
                    <a:lumMod val="85000"/>
                    <a:lumOff val="15000"/>
                  </a:schemeClr>
                </a:solidFill>
              </a:rPr>
              <a:t>Moduł 2</a:t>
            </a:r>
          </a:p>
        </p:txBody>
      </p:sp>
    </p:spTree>
    <p:extLst>
      <p:ext uri="{BB962C8B-B14F-4D97-AF65-F5344CB8AC3E}">
        <p14:creationId xmlns:p14="http://schemas.microsoft.com/office/powerpoint/2010/main" val="40827025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2AB91-55C4-8544-51D5-1CEE17F9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6AB66D9-8250-B490-2029-236E073F8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0875" y="85896"/>
            <a:ext cx="9224920" cy="1344612"/>
          </a:xfrm>
        </p:spPr>
        <p:txBody>
          <a:bodyPr anchor="b">
            <a:normAutofit/>
          </a:bodyPr>
          <a:lstStyle/>
          <a:p>
            <a:pPr>
              <a:lnSpc>
                <a:spcPct val="120000"/>
              </a:lnSpc>
            </a:pPr>
            <a:r>
              <a:rPr lang="pl-PL" sz="3000" dirty="0"/>
              <a:t>Architektura image - </a:t>
            </a:r>
            <a:r>
              <a:rPr lang="pl-PL" sz="3000" dirty="0" err="1"/>
              <a:t>dockerfile</a:t>
            </a:r>
            <a:endParaRPr lang="pl-PL" sz="3000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E20A5F0D-9841-ED72-84EB-4BE58A4DC912}"/>
              </a:ext>
            </a:extLst>
          </p:cNvPr>
          <p:cNvSpPr txBox="1"/>
          <p:nvPr/>
        </p:nvSpPr>
        <p:spPr>
          <a:xfrm>
            <a:off x="1087492" y="2217759"/>
            <a:ext cx="403597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400" dirty="0"/>
              <a:t># Bazowy obraz z </a:t>
            </a:r>
            <a:r>
              <a:rPr lang="pl-PL" sz="1400" dirty="0" err="1"/>
              <a:t>Node.js</a:t>
            </a:r>
            <a:endParaRPr lang="pl-PL" sz="1400" dirty="0"/>
          </a:p>
          <a:p>
            <a:r>
              <a:rPr lang="pl-PL" sz="1400" dirty="0"/>
              <a:t>FROM node:20-alpine</a:t>
            </a:r>
          </a:p>
          <a:p>
            <a:endParaRPr lang="pl-PL" sz="1400" dirty="0"/>
          </a:p>
          <a:p>
            <a:r>
              <a:rPr lang="pl-PL" sz="1400" dirty="0"/>
              <a:t># Ustaw katalog roboczy w kontenerze</a:t>
            </a:r>
          </a:p>
          <a:p>
            <a:r>
              <a:rPr lang="pl-PL" sz="1400" dirty="0"/>
              <a:t>WORKDIR /</a:t>
            </a:r>
            <a:r>
              <a:rPr lang="pl-PL" sz="1400" dirty="0" err="1"/>
              <a:t>app</a:t>
            </a:r>
            <a:endParaRPr lang="pl-PL" sz="1400" dirty="0"/>
          </a:p>
          <a:p>
            <a:endParaRPr lang="pl-PL" sz="1400" dirty="0"/>
          </a:p>
          <a:p>
            <a:r>
              <a:rPr lang="pl-PL" sz="1400" dirty="0"/>
              <a:t># Skopiuj pliki zależności</a:t>
            </a:r>
          </a:p>
          <a:p>
            <a:r>
              <a:rPr lang="pl-PL" sz="1400" dirty="0"/>
              <a:t>COPY </a:t>
            </a:r>
            <a:r>
              <a:rPr lang="pl-PL" sz="1400" dirty="0" err="1"/>
              <a:t>package</a:t>
            </a:r>
            <a:r>
              <a:rPr lang="pl-PL" sz="1400" dirty="0"/>
              <a:t>*.</a:t>
            </a:r>
            <a:r>
              <a:rPr lang="pl-PL" sz="1400" dirty="0" err="1"/>
              <a:t>json</a:t>
            </a:r>
            <a:r>
              <a:rPr lang="pl-PL" sz="1400" dirty="0"/>
              <a:t> ./</a:t>
            </a:r>
          </a:p>
          <a:p>
            <a:endParaRPr lang="pl-PL" sz="1400" dirty="0"/>
          </a:p>
          <a:p>
            <a:r>
              <a:rPr lang="pl-PL" sz="1400" dirty="0"/>
              <a:t># Zainstaluj zależności</a:t>
            </a:r>
          </a:p>
          <a:p>
            <a:r>
              <a:rPr lang="pl-PL" sz="1400" dirty="0"/>
              <a:t>RUN </a:t>
            </a:r>
            <a:r>
              <a:rPr lang="pl-PL" sz="1400" dirty="0" err="1"/>
              <a:t>npm</a:t>
            </a:r>
            <a:r>
              <a:rPr lang="pl-PL" sz="1400" dirty="0"/>
              <a:t> </a:t>
            </a:r>
            <a:r>
              <a:rPr lang="pl-PL" sz="1400" dirty="0" err="1"/>
              <a:t>install</a:t>
            </a:r>
            <a:endParaRPr lang="pl-PL" sz="1400" dirty="0"/>
          </a:p>
          <a:p>
            <a:endParaRPr lang="pl-PL" sz="1400" dirty="0"/>
          </a:p>
          <a:p>
            <a:r>
              <a:rPr lang="pl-PL" sz="1400" dirty="0"/>
              <a:t># Skopiuj resztę plików aplikacji</a:t>
            </a:r>
          </a:p>
          <a:p>
            <a:r>
              <a:rPr lang="pl-PL" sz="1400" dirty="0"/>
              <a:t>COPY . .</a:t>
            </a:r>
          </a:p>
          <a:p>
            <a:endParaRPr lang="pl-PL" sz="1400" dirty="0"/>
          </a:p>
          <a:p>
            <a:r>
              <a:rPr lang="pl-PL" sz="1400" dirty="0"/>
              <a:t># Aplikacja nasłuchuje na porcie 3000</a:t>
            </a:r>
          </a:p>
          <a:p>
            <a:r>
              <a:rPr lang="pl-PL" sz="1400" dirty="0"/>
              <a:t>EXPOSE 3000</a:t>
            </a:r>
          </a:p>
          <a:p>
            <a:endParaRPr lang="pl-PL" sz="1400" dirty="0"/>
          </a:p>
          <a:p>
            <a:r>
              <a:rPr lang="pl-PL" sz="1400" dirty="0"/>
              <a:t># Komenda uruchamiająca aplikację</a:t>
            </a:r>
          </a:p>
          <a:p>
            <a:r>
              <a:rPr lang="pl-PL" sz="1400" dirty="0"/>
              <a:t>CMD ["</a:t>
            </a:r>
            <a:r>
              <a:rPr lang="pl-PL" sz="1400" dirty="0" err="1"/>
              <a:t>npm</a:t>
            </a:r>
            <a:r>
              <a:rPr lang="pl-PL" sz="1400" dirty="0"/>
              <a:t>", "start"]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112C6B72-2B4D-CD30-FD45-506EBA417518}"/>
              </a:ext>
            </a:extLst>
          </p:cNvPr>
          <p:cNvSpPr txBox="1"/>
          <p:nvPr/>
        </p:nvSpPr>
        <p:spPr>
          <a:xfrm>
            <a:off x="5734050" y="2655909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FROM wybiera obraz bazowy</a:t>
            </a:r>
          </a:p>
          <a:p>
            <a:endParaRPr lang="pl-PL" dirty="0"/>
          </a:p>
          <a:p>
            <a:r>
              <a:rPr lang="pl-PL" dirty="0"/>
              <a:t>WORKDIR ustawia katalog roboczy</a:t>
            </a:r>
          </a:p>
          <a:p>
            <a:endParaRPr lang="pl-PL" dirty="0"/>
          </a:p>
          <a:p>
            <a:r>
              <a:rPr lang="pl-PL" dirty="0"/>
              <a:t>COPY kopiuje pliki do kontenera</a:t>
            </a:r>
          </a:p>
          <a:p>
            <a:endParaRPr lang="pl-PL" dirty="0"/>
          </a:p>
          <a:p>
            <a:r>
              <a:rPr lang="pl-PL" dirty="0"/>
              <a:t>RUN wykonuje polecenie podczas budowania obrazu</a:t>
            </a:r>
          </a:p>
          <a:p>
            <a:endParaRPr lang="pl-PL" dirty="0"/>
          </a:p>
          <a:p>
            <a:r>
              <a:rPr lang="pl-PL" dirty="0"/>
              <a:t>EXPOSE informuje o porcie</a:t>
            </a:r>
          </a:p>
          <a:p>
            <a:endParaRPr lang="pl-PL" dirty="0"/>
          </a:p>
          <a:p>
            <a:r>
              <a:rPr lang="pl-PL" dirty="0"/>
              <a:t>CMD uruchamia aplikację po starcie kontenera</a:t>
            </a:r>
          </a:p>
        </p:txBody>
      </p:sp>
      <p:sp>
        <p:nvSpPr>
          <p:cNvPr id="19" name="pole tekstowe 18">
            <a:extLst>
              <a:ext uri="{FF2B5EF4-FFF2-40B4-BE49-F238E27FC236}">
                <a16:creationId xmlns:a16="http://schemas.microsoft.com/office/drawing/2014/main" id="{797D1DDA-2DEC-7CA9-3370-611AA499B66D}"/>
              </a:ext>
            </a:extLst>
          </p:cNvPr>
          <p:cNvSpPr txBox="1"/>
          <p:nvPr/>
        </p:nvSpPr>
        <p:spPr>
          <a:xfrm>
            <a:off x="735725" y="632999"/>
            <a:ext cx="1513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4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🐳</a:t>
            </a:r>
            <a:r>
              <a:rPr lang="pl-PL" dirty="0">
                <a:effectLst/>
              </a:rPr>
              <a:t> 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6038730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B71EBFD-5601-685A-8366-A58CDF7D5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8456" y="431710"/>
            <a:ext cx="9955087" cy="1345269"/>
          </a:xfrm>
        </p:spPr>
        <p:txBody>
          <a:bodyPr>
            <a:normAutofit/>
          </a:bodyPr>
          <a:lstStyle/>
          <a:p>
            <a:r>
              <a:rPr lang="pl-PL" dirty="0"/>
              <a:t>Best </a:t>
            </a:r>
            <a:r>
              <a:rPr lang="pl-PL" dirty="0" err="1"/>
              <a:t>practice</a:t>
            </a:r>
            <a:r>
              <a:rPr lang="pl-PL" dirty="0"/>
              <a:t> – minimalizuj ilość warstw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25BCB01F-418D-F44C-F997-E1CD484A5D12}"/>
              </a:ext>
            </a:extLst>
          </p:cNvPr>
          <p:cNvSpPr txBox="1"/>
          <p:nvPr/>
        </p:nvSpPr>
        <p:spPr>
          <a:xfrm>
            <a:off x="451945" y="2341023"/>
            <a:ext cx="11634951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800" dirty="0" err="1"/>
              <a:t>apple@MacBook-Pro</a:t>
            </a:r>
            <a:r>
              <a:rPr lang="pl-PL" sz="800" dirty="0"/>
              <a:t> 2-cwiczenia % </a:t>
            </a:r>
            <a:r>
              <a:rPr lang="pl-PL" sz="800" dirty="0" err="1"/>
              <a:t>docker</a:t>
            </a:r>
            <a:r>
              <a:rPr lang="pl-PL" sz="800" dirty="0"/>
              <a:t> </a:t>
            </a:r>
            <a:r>
              <a:rPr lang="pl-PL" sz="800" dirty="0" err="1"/>
              <a:t>build</a:t>
            </a:r>
            <a:r>
              <a:rPr lang="pl-PL" sz="800" dirty="0"/>
              <a:t> -t nowy . </a:t>
            </a:r>
          </a:p>
          <a:p>
            <a:r>
              <a:rPr lang="pl-PL" sz="800" dirty="0"/>
              <a:t>[+] </a:t>
            </a:r>
            <a:r>
              <a:rPr lang="pl-PL" sz="800" dirty="0" err="1"/>
              <a:t>Building</a:t>
            </a:r>
            <a:r>
              <a:rPr lang="pl-PL" sz="800" dirty="0"/>
              <a:t> 1.1s (11/11) FINISHED                                                                                                                                                                                            </a:t>
            </a:r>
            <a:r>
              <a:rPr lang="pl-PL" sz="800" dirty="0" err="1"/>
              <a:t>docker:desktop-linux</a:t>
            </a:r>
            <a:endParaRPr lang="pl-PL" sz="800" dirty="0"/>
          </a:p>
          <a:p>
            <a:r>
              <a:rPr lang="pl-PL" sz="800" dirty="0"/>
              <a:t> =&gt; [</a:t>
            </a:r>
            <a:r>
              <a:rPr lang="pl-PL" sz="800" dirty="0" err="1"/>
              <a:t>internal</a:t>
            </a:r>
            <a:r>
              <a:rPr lang="pl-PL" sz="800" dirty="0"/>
              <a:t>] </a:t>
            </a:r>
            <a:r>
              <a:rPr lang="pl-PL" sz="800" dirty="0" err="1"/>
              <a:t>load</a:t>
            </a:r>
            <a:r>
              <a:rPr lang="pl-PL" sz="800" dirty="0"/>
              <a:t> </a:t>
            </a:r>
            <a:r>
              <a:rPr lang="pl-PL" sz="800" dirty="0" err="1"/>
              <a:t>build</a:t>
            </a:r>
            <a:r>
              <a:rPr lang="pl-PL" sz="800" dirty="0"/>
              <a:t> </a:t>
            </a:r>
            <a:r>
              <a:rPr lang="pl-PL" sz="800" dirty="0" err="1"/>
              <a:t>definition</a:t>
            </a:r>
            <a:r>
              <a:rPr lang="pl-PL" sz="800" dirty="0"/>
              <a:t> from </a:t>
            </a:r>
            <a:r>
              <a:rPr lang="pl-PL" sz="800" dirty="0" err="1"/>
              <a:t>Dockerfile</a:t>
            </a:r>
            <a:r>
              <a:rPr lang="pl-PL" sz="800" dirty="0"/>
              <a:t>                                                                                                                                                                                          0.0s</a:t>
            </a:r>
          </a:p>
          <a:p>
            <a:r>
              <a:rPr lang="pl-PL" sz="800" dirty="0"/>
              <a:t> =&gt; =&gt; </a:t>
            </a:r>
            <a:r>
              <a:rPr lang="pl-PL" sz="800" dirty="0" err="1"/>
              <a:t>transferring</a:t>
            </a:r>
            <a:r>
              <a:rPr lang="pl-PL" sz="800" dirty="0"/>
              <a:t> </a:t>
            </a:r>
            <a:r>
              <a:rPr lang="pl-PL" sz="800" dirty="0" err="1"/>
              <a:t>dockerfile</a:t>
            </a:r>
            <a:r>
              <a:rPr lang="pl-PL" sz="800" dirty="0"/>
              <a:t>: 201B                                                                                                                                                                                                          0.0s</a:t>
            </a:r>
          </a:p>
          <a:p>
            <a:r>
              <a:rPr lang="pl-PL" sz="800" dirty="0"/>
              <a:t> =&gt; [</a:t>
            </a:r>
            <a:r>
              <a:rPr lang="pl-PL" sz="800" dirty="0" err="1"/>
              <a:t>internal</a:t>
            </a:r>
            <a:r>
              <a:rPr lang="pl-PL" sz="800" dirty="0"/>
              <a:t>] </a:t>
            </a:r>
            <a:r>
              <a:rPr lang="pl-PL" sz="800" dirty="0" err="1"/>
              <a:t>load</a:t>
            </a:r>
            <a:r>
              <a:rPr lang="pl-PL" sz="800" dirty="0"/>
              <a:t> </a:t>
            </a:r>
            <a:r>
              <a:rPr lang="pl-PL" sz="800" dirty="0" err="1"/>
              <a:t>metadata</a:t>
            </a:r>
            <a:r>
              <a:rPr lang="pl-PL" sz="800" dirty="0"/>
              <a:t> for </a:t>
            </a:r>
            <a:r>
              <a:rPr lang="pl-PL" sz="800" dirty="0" err="1"/>
              <a:t>docker.io</a:t>
            </a:r>
            <a:r>
              <a:rPr lang="pl-PL" sz="800" dirty="0"/>
              <a:t>/</a:t>
            </a:r>
            <a:r>
              <a:rPr lang="pl-PL" sz="800" dirty="0" err="1"/>
              <a:t>library</a:t>
            </a:r>
            <a:r>
              <a:rPr lang="pl-PL" sz="800" dirty="0"/>
              <a:t>/python:3.12-slim                                                                                                                                                                           1.1s</a:t>
            </a:r>
          </a:p>
          <a:p>
            <a:r>
              <a:rPr lang="pl-PL" sz="800" dirty="0"/>
              <a:t> =&gt; [</a:t>
            </a:r>
            <a:r>
              <a:rPr lang="pl-PL" sz="800" dirty="0" err="1"/>
              <a:t>auth</a:t>
            </a:r>
            <a:r>
              <a:rPr lang="pl-PL" sz="800" dirty="0"/>
              <a:t>] </a:t>
            </a:r>
            <a:r>
              <a:rPr lang="pl-PL" sz="800" dirty="0" err="1"/>
              <a:t>library</a:t>
            </a:r>
            <a:r>
              <a:rPr lang="pl-PL" sz="800" dirty="0"/>
              <a:t>/</a:t>
            </a:r>
            <a:r>
              <a:rPr lang="pl-PL" sz="800" dirty="0" err="1"/>
              <a:t>python:pull</a:t>
            </a:r>
            <a:r>
              <a:rPr lang="pl-PL" sz="800" dirty="0"/>
              <a:t> </a:t>
            </a:r>
            <a:r>
              <a:rPr lang="pl-PL" sz="800" dirty="0" err="1"/>
              <a:t>token</a:t>
            </a:r>
            <a:r>
              <a:rPr lang="pl-PL" sz="800" dirty="0"/>
              <a:t> for registry-1.docker.io                                                                                                                                                                                 0.0s</a:t>
            </a:r>
          </a:p>
          <a:p>
            <a:r>
              <a:rPr lang="pl-PL" sz="800" dirty="0"/>
              <a:t> =&gt; [</a:t>
            </a:r>
            <a:r>
              <a:rPr lang="pl-PL" sz="800" dirty="0" err="1"/>
              <a:t>internal</a:t>
            </a:r>
            <a:r>
              <a:rPr lang="pl-PL" sz="800" dirty="0"/>
              <a:t>] </a:t>
            </a:r>
            <a:r>
              <a:rPr lang="pl-PL" sz="800" dirty="0" err="1"/>
              <a:t>load</a:t>
            </a:r>
            <a:r>
              <a:rPr lang="pl-PL" sz="800" dirty="0"/>
              <a:t> .</a:t>
            </a:r>
            <a:r>
              <a:rPr lang="pl-PL" sz="800" dirty="0" err="1"/>
              <a:t>dockerignore</a:t>
            </a:r>
            <a:r>
              <a:rPr lang="pl-PL" sz="800" dirty="0"/>
              <a:t>                                                                                                                                                                                                             0.0s</a:t>
            </a:r>
          </a:p>
          <a:p>
            <a:r>
              <a:rPr lang="pl-PL" sz="800" dirty="0"/>
              <a:t> =&gt; =&gt; </a:t>
            </a:r>
            <a:r>
              <a:rPr lang="pl-PL" sz="800" dirty="0" err="1"/>
              <a:t>transferring</a:t>
            </a:r>
            <a:r>
              <a:rPr lang="pl-PL" sz="800" dirty="0"/>
              <a:t> </a:t>
            </a:r>
            <a:r>
              <a:rPr lang="pl-PL" sz="800" dirty="0" err="1"/>
              <a:t>context</a:t>
            </a:r>
            <a:r>
              <a:rPr lang="pl-PL" sz="800" dirty="0"/>
              <a:t>: 118B                                                                                                                                                                                                             0.0s</a:t>
            </a:r>
          </a:p>
          <a:p>
            <a:r>
              <a:rPr lang="pl-PL" sz="800" dirty="0"/>
              <a:t> </a:t>
            </a:r>
            <a:r>
              <a:rPr lang="pl-PL" sz="800" b="1" dirty="0">
                <a:solidFill>
                  <a:schemeClr val="accent1"/>
                </a:solidFill>
              </a:rPr>
              <a:t>=&gt; [1/5] FROM </a:t>
            </a:r>
            <a:r>
              <a:rPr lang="pl-PL" sz="800" b="1" dirty="0" err="1">
                <a:solidFill>
                  <a:schemeClr val="accent1"/>
                </a:solidFill>
              </a:rPr>
              <a:t>docker.io</a:t>
            </a:r>
            <a:r>
              <a:rPr lang="pl-PL" sz="800" b="1" dirty="0">
                <a:solidFill>
                  <a:schemeClr val="accent1"/>
                </a:solidFill>
              </a:rPr>
              <a:t>/</a:t>
            </a:r>
            <a:r>
              <a:rPr lang="pl-PL" sz="800" b="1" dirty="0" err="1">
                <a:solidFill>
                  <a:schemeClr val="accent1"/>
                </a:solidFill>
              </a:rPr>
              <a:t>library</a:t>
            </a:r>
            <a:r>
              <a:rPr lang="pl-PL" sz="800" b="1" dirty="0">
                <a:solidFill>
                  <a:schemeClr val="accent1"/>
                </a:solidFill>
              </a:rPr>
              <a:t>/python:3.12-slim@sha256:ccc7089399c8bb65dd1fb3ed6d55efa538a3f5e7fca3f5988ac3b5b87e593bf0                                                                                                                     0.0s</a:t>
            </a:r>
          </a:p>
          <a:p>
            <a:r>
              <a:rPr lang="pl-PL" sz="800" b="1" dirty="0">
                <a:solidFill>
                  <a:schemeClr val="accent1"/>
                </a:solidFill>
              </a:rPr>
              <a:t> =&gt; [</a:t>
            </a:r>
            <a:r>
              <a:rPr lang="pl-PL" sz="800" b="1" dirty="0" err="1">
                <a:solidFill>
                  <a:schemeClr val="accent1"/>
                </a:solidFill>
              </a:rPr>
              <a:t>internal</a:t>
            </a:r>
            <a:r>
              <a:rPr lang="pl-PL" sz="800" b="1" dirty="0">
                <a:solidFill>
                  <a:schemeClr val="accent1"/>
                </a:solidFill>
              </a:rPr>
              <a:t>] </a:t>
            </a:r>
            <a:r>
              <a:rPr lang="pl-PL" sz="800" b="1" dirty="0" err="1">
                <a:solidFill>
                  <a:schemeClr val="accent1"/>
                </a:solidFill>
              </a:rPr>
              <a:t>load</a:t>
            </a:r>
            <a:r>
              <a:rPr lang="pl-PL" sz="800" b="1" dirty="0">
                <a:solidFill>
                  <a:schemeClr val="accent1"/>
                </a:solidFill>
              </a:rPr>
              <a:t> </a:t>
            </a:r>
            <a:r>
              <a:rPr lang="pl-PL" sz="800" b="1" dirty="0" err="1">
                <a:solidFill>
                  <a:schemeClr val="accent1"/>
                </a:solidFill>
              </a:rPr>
              <a:t>build</a:t>
            </a:r>
            <a:r>
              <a:rPr lang="pl-PL" sz="800" b="1" dirty="0">
                <a:solidFill>
                  <a:schemeClr val="accent1"/>
                </a:solidFill>
              </a:rPr>
              <a:t> </a:t>
            </a:r>
            <a:r>
              <a:rPr lang="pl-PL" sz="800" b="1" dirty="0" err="1">
                <a:solidFill>
                  <a:schemeClr val="accent1"/>
                </a:solidFill>
              </a:rPr>
              <a:t>context</a:t>
            </a:r>
            <a:r>
              <a:rPr lang="pl-PL" sz="800" b="1" dirty="0">
                <a:solidFill>
                  <a:schemeClr val="accent1"/>
                </a:solidFill>
              </a:rPr>
              <a:t>                                                                                                                                                                                                             0.0s</a:t>
            </a:r>
          </a:p>
          <a:p>
            <a:r>
              <a:rPr lang="pl-PL" sz="800" b="1" dirty="0">
                <a:solidFill>
                  <a:schemeClr val="accent1"/>
                </a:solidFill>
              </a:rPr>
              <a:t> =&gt; =&gt; </a:t>
            </a:r>
            <a:r>
              <a:rPr lang="pl-PL" sz="800" b="1" dirty="0" err="1">
                <a:solidFill>
                  <a:schemeClr val="accent1"/>
                </a:solidFill>
              </a:rPr>
              <a:t>transferring</a:t>
            </a:r>
            <a:r>
              <a:rPr lang="pl-PL" sz="800" b="1" dirty="0">
                <a:solidFill>
                  <a:schemeClr val="accent1"/>
                </a:solidFill>
              </a:rPr>
              <a:t> </a:t>
            </a:r>
            <a:r>
              <a:rPr lang="pl-PL" sz="800" b="1" dirty="0" err="1">
                <a:solidFill>
                  <a:schemeClr val="accent1"/>
                </a:solidFill>
              </a:rPr>
              <a:t>context</a:t>
            </a:r>
            <a:r>
              <a:rPr lang="pl-PL" sz="800" b="1" dirty="0">
                <a:solidFill>
                  <a:schemeClr val="accent1"/>
                </a:solidFill>
              </a:rPr>
              <a:t>: 153B                                                                                                                                                                                                             0.0s</a:t>
            </a:r>
          </a:p>
          <a:p>
            <a:r>
              <a:rPr lang="pl-PL" sz="800" b="1" dirty="0">
                <a:solidFill>
                  <a:schemeClr val="accent1"/>
                </a:solidFill>
              </a:rPr>
              <a:t> =&gt; CACHED [2/5] WORKDIR /</a:t>
            </a:r>
            <a:r>
              <a:rPr lang="pl-PL" sz="800" b="1" dirty="0" err="1">
                <a:solidFill>
                  <a:schemeClr val="accent1"/>
                </a:solidFill>
              </a:rPr>
              <a:t>app</a:t>
            </a:r>
            <a:r>
              <a:rPr lang="pl-PL" sz="800" b="1" dirty="0">
                <a:solidFill>
                  <a:schemeClr val="accent1"/>
                </a:solidFill>
              </a:rPr>
              <a:t>                                                                                                                                                                                                                 0.0s</a:t>
            </a:r>
          </a:p>
          <a:p>
            <a:r>
              <a:rPr lang="pl-PL" sz="800" b="1" dirty="0">
                <a:solidFill>
                  <a:schemeClr val="accent1"/>
                </a:solidFill>
              </a:rPr>
              <a:t> =&gt; CACHED [3/5] COPY </a:t>
            </a:r>
            <a:r>
              <a:rPr lang="pl-PL" sz="800" b="1" dirty="0" err="1">
                <a:solidFill>
                  <a:schemeClr val="accent1"/>
                </a:solidFill>
              </a:rPr>
              <a:t>requirements.txt</a:t>
            </a:r>
            <a:r>
              <a:rPr lang="pl-PL" sz="800" b="1" dirty="0">
                <a:solidFill>
                  <a:schemeClr val="accent1"/>
                </a:solidFill>
              </a:rPr>
              <a:t> .                                                                                                                                                                                                      0.0s</a:t>
            </a:r>
          </a:p>
          <a:p>
            <a:r>
              <a:rPr lang="pl-PL" sz="800" b="1" dirty="0">
                <a:solidFill>
                  <a:schemeClr val="accent1"/>
                </a:solidFill>
              </a:rPr>
              <a:t> =&gt; CACHED [4/5] RUN pip </a:t>
            </a:r>
            <a:r>
              <a:rPr lang="pl-PL" sz="800" b="1" dirty="0" err="1">
                <a:solidFill>
                  <a:schemeClr val="accent1"/>
                </a:solidFill>
              </a:rPr>
              <a:t>install</a:t>
            </a:r>
            <a:r>
              <a:rPr lang="pl-PL" sz="800" b="1" dirty="0">
                <a:solidFill>
                  <a:schemeClr val="accent1"/>
                </a:solidFill>
              </a:rPr>
              <a:t> --no-cache-</a:t>
            </a:r>
            <a:r>
              <a:rPr lang="pl-PL" sz="800" b="1" dirty="0" err="1">
                <a:solidFill>
                  <a:schemeClr val="accent1"/>
                </a:solidFill>
              </a:rPr>
              <a:t>dir</a:t>
            </a:r>
            <a:r>
              <a:rPr lang="pl-PL" sz="800" b="1" dirty="0">
                <a:solidFill>
                  <a:schemeClr val="accent1"/>
                </a:solidFill>
              </a:rPr>
              <a:t> -r </a:t>
            </a:r>
            <a:r>
              <a:rPr lang="pl-PL" sz="800" b="1" dirty="0" err="1">
                <a:solidFill>
                  <a:schemeClr val="accent1"/>
                </a:solidFill>
              </a:rPr>
              <a:t>requirements.txt</a:t>
            </a:r>
            <a:r>
              <a:rPr lang="pl-PL" sz="800" b="1" dirty="0">
                <a:solidFill>
                  <a:schemeClr val="accent1"/>
                </a:solidFill>
              </a:rPr>
              <a:t>                                                                                                                                                                           0.0s</a:t>
            </a:r>
          </a:p>
          <a:p>
            <a:r>
              <a:rPr lang="pl-PL" sz="800" b="1" dirty="0">
                <a:solidFill>
                  <a:schemeClr val="accent1"/>
                </a:solidFill>
              </a:rPr>
              <a:t> =&gt; CACHED [5/5] COPY . .                                                                                                                                                                                                                     </a:t>
            </a:r>
            <a:r>
              <a:rPr lang="pl-PL" sz="800" dirty="0"/>
              <a:t>0.0s</a:t>
            </a:r>
          </a:p>
          <a:p>
            <a:r>
              <a:rPr lang="pl-PL" sz="800" dirty="0"/>
              <a:t> =&gt; </a:t>
            </a:r>
            <a:r>
              <a:rPr lang="pl-PL" sz="800" dirty="0" err="1"/>
              <a:t>exporting</a:t>
            </a:r>
            <a:r>
              <a:rPr lang="pl-PL" sz="800" dirty="0"/>
              <a:t> to image                                                                                                                                                                                                                        0.0s </a:t>
            </a:r>
          </a:p>
          <a:p>
            <a:r>
              <a:rPr lang="pl-PL" sz="800" dirty="0"/>
              <a:t> =&gt; =&gt; </a:t>
            </a:r>
            <a:r>
              <a:rPr lang="pl-PL" sz="800" dirty="0" err="1"/>
              <a:t>exporting</a:t>
            </a:r>
            <a:r>
              <a:rPr lang="pl-PL" sz="800" dirty="0"/>
              <a:t> </a:t>
            </a:r>
            <a:r>
              <a:rPr lang="pl-PL" sz="800" dirty="0" err="1"/>
              <a:t>layers</a:t>
            </a:r>
            <a:r>
              <a:rPr lang="pl-PL" sz="800" dirty="0"/>
              <a:t>                                                                                                                                                                                                                       0.0s </a:t>
            </a:r>
          </a:p>
          <a:p>
            <a:r>
              <a:rPr lang="pl-PL" sz="800" dirty="0"/>
              <a:t> =&gt; =&gt; </a:t>
            </a:r>
            <a:r>
              <a:rPr lang="pl-PL" sz="800" dirty="0" err="1"/>
              <a:t>writing</a:t>
            </a:r>
            <a:r>
              <a:rPr lang="pl-PL" sz="800" dirty="0"/>
              <a:t> image sha256:4f0f7ee6c714263af08248b1e7d3273ed70720e6fb164a190cfe6128035b6ae2                                                                                                                                                  0.0s </a:t>
            </a:r>
          </a:p>
          <a:p>
            <a:r>
              <a:rPr lang="pl-PL" sz="800" dirty="0"/>
              <a:t> =&gt; =&gt; </a:t>
            </a:r>
            <a:r>
              <a:rPr lang="pl-PL" sz="800" dirty="0" err="1"/>
              <a:t>naming</a:t>
            </a:r>
            <a:r>
              <a:rPr lang="pl-PL" sz="800" dirty="0"/>
              <a:t> to </a:t>
            </a:r>
            <a:r>
              <a:rPr lang="pl-PL" sz="800" dirty="0" err="1"/>
              <a:t>docker.io</a:t>
            </a:r>
            <a:r>
              <a:rPr lang="pl-PL" sz="800" dirty="0"/>
              <a:t>/</a:t>
            </a:r>
            <a:r>
              <a:rPr lang="pl-PL" sz="800" dirty="0" err="1"/>
              <a:t>library</a:t>
            </a:r>
            <a:r>
              <a:rPr lang="pl-PL" sz="800" dirty="0"/>
              <a:t>/nowy                                                                                                                                                                                                       0.0s </a:t>
            </a:r>
          </a:p>
          <a:p>
            <a:r>
              <a:rPr lang="pl-PL" sz="800" dirty="0"/>
              <a:t>                                                                                                                                                                                                                                                   </a:t>
            </a:r>
          </a:p>
          <a:p>
            <a:r>
              <a:rPr lang="pl-PL" sz="800" dirty="0" err="1"/>
              <a:t>What's</a:t>
            </a:r>
            <a:r>
              <a:rPr lang="pl-PL" sz="800" dirty="0"/>
              <a:t> </a:t>
            </a:r>
            <a:r>
              <a:rPr lang="pl-PL" sz="800" dirty="0" err="1"/>
              <a:t>next</a:t>
            </a:r>
            <a:r>
              <a:rPr lang="pl-PL" sz="800" dirty="0"/>
              <a:t>:</a:t>
            </a:r>
          </a:p>
          <a:p>
            <a:r>
              <a:rPr lang="pl-PL" sz="800" dirty="0"/>
              <a:t>    </a:t>
            </a:r>
            <a:r>
              <a:rPr lang="pl-PL" sz="800" dirty="0" err="1"/>
              <a:t>View</a:t>
            </a:r>
            <a:r>
              <a:rPr lang="pl-PL" sz="800" dirty="0"/>
              <a:t> a </a:t>
            </a:r>
            <a:r>
              <a:rPr lang="pl-PL" sz="800" dirty="0" err="1"/>
              <a:t>summary</a:t>
            </a:r>
            <a:r>
              <a:rPr lang="pl-PL" sz="800" dirty="0"/>
              <a:t> of image </a:t>
            </a:r>
            <a:r>
              <a:rPr lang="pl-PL" sz="800" dirty="0" err="1"/>
              <a:t>vulnerabilities</a:t>
            </a:r>
            <a:r>
              <a:rPr lang="pl-PL" sz="800" dirty="0"/>
              <a:t> and </a:t>
            </a:r>
            <a:r>
              <a:rPr lang="pl-PL" sz="800" dirty="0" err="1"/>
              <a:t>recommendations</a:t>
            </a:r>
            <a:r>
              <a:rPr lang="pl-PL" sz="800" dirty="0"/>
              <a:t> → </a:t>
            </a:r>
            <a:r>
              <a:rPr lang="pl-PL" sz="800" dirty="0" err="1"/>
              <a:t>docker</a:t>
            </a:r>
            <a:r>
              <a:rPr lang="pl-PL" sz="800" dirty="0"/>
              <a:t> </a:t>
            </a:r>
            <a:r>
              <a:rPr lang="pl-PL" sz="800" dirty="0" err="1"/>
              <a:t>scout</a:t>
            </a:r>
            <a:r>
              <a:rPr lang="pl-PL" sz="800" dirty="0"/>
              <a:t> </a:t>
            </a:r>
            <a:r>
              <a:rPr lang="pl-PL" sz="800" dirty="0" err="1"/>
              <a:t>quickview</a:t>
            </a:r>
            <a:r>
              <a:rPr lang="pl-PL" sz="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93437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469A3-C212-B2B1-B806-90FE14AC6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E335340-3B8E-CB76-42E2-0045BDD58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8456" y="431710"/>
            <a:ext cx="9955087" cy="1345269"/>
          </a:xfrm>
        </p:spPr>
        <p:txBody>
          <a:bodyPr>
            <a:normAutofit/>
          </a:bodyPr>
          <a:lstStyle/>
          <a:p>
            <a:r>
              <a:rPr lang="pl-PL" dirty="0"/>
              <a:t>Best </a:t>
            </a:r>
            <a:r>
              <a:rPr lang="pl-PL" dirty="0" err="1"/>
              <a:t>practice</a:t>
            </a:r>
            <a:r>
              <a:rPr lang="pl-PL" dirty="0"/>
              <a:t> – minimalizuj ilość warstw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2ED269B9-F329-8851-D428-DB53019C25AB}"/>
              </a:ext>
            </a:extLst>
          </p:cNvPr>
          <p:cNvSpPr txBox="1"/>
          <p:nvPr/>
        </p:nvSpPr>
        <p:spPr>
          <a:xfrm>
            <a:off x="1818290" y="2880116"/>
            <a:ext cx="834521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>
                <a:solidFill>
                  <a:srgbClr val="CF8E6D"/>
                </a:solidFill>
                <a:effectLst/>
              </a:rPr>
              <a:t>FROM </a:t>
            </a:r>
            <a:r>
              <a:rPr lang="pl-PL" dirty="0">
                <a:solidFill>
                  <a:srgbClr val="BCBEC4"/>
                </a:solidFill>
                <a:effectLst/>
              </a:rPr>
              <a:t>python:3.12-slim</a:t>
            </a:r>
            <a:br>
              <a:rPr lang="pl-PL" dirty="0">
                <a:solidFill>
                  <a:srgbClr val="BCBEC4"/>
                </a:solidFill>
                <a:effectLst/>
              </a:rPr>
            </a:br>
            <a:r>
              <a:rPr lang="pl-PL" dirty="0">
                <a:solidFill>
                  <a:srgbClr val="CF8E6D"/>
                </a:solidFill>
                <a:effectLst/>
              </a:rPr>
              <a:t>WORKDIR /</a:t>
            </a:r>
            <a:r>
              <a:rPr lang="pl-PL" dirty="0" err="1">
                <a:solidFill>
                  <a:srgbClr val="BCBEC4"/>
                </a:solidFill>
                <a:effectLst/>
              </a:rPr>
              <a:t>app</a:t>
            </a:r>
            <a:br>
              <a:rPr lang="pl-PL" dirty="0">
                <a:solidFill>
                  <a:srgbClr val="BCBEC4"/>
                </a:solidFill>
                <a:effectLst/>
              </a:rPr>
            </a:br>
            <a:r>
              <a:rPr lang="pl-PL" dirty="0">
                <a:solidFill>
                  <a:srgbClr val="CF8E6D"/>
                </a:solidFill>
                <a:effectLst/>
              </a:rPr>
              <a:t>COPY </a:t>
            </a:r>
            <a:r>
              <a:rPr lang="pl-PL" dirty="0" err="1">
                <a:solidFill>
                  <a:srgbClr val="BCBEC4"/>
                </a:solidFill>
                <a:effectLst/>
              </a:rPr>
              <a:t>requirements.txt</a:t>
            </a:r>
            <a:r>
              <a:rPr lang="pl-PL" dirty="0">
                <a:solidFill>
                  <a:srgbClr val="BCBEC4"/>
                </a:solidFill>
                <a:effectLst/>
              </a:rPr>
              <a:t> .</a:t>
            </a:r>
            <a:br>
              <a:rPr lang="pl-PL" dirty="0">
                <a:solidFill>
                  <a:srgbClr val="BCBEC4"/>
                </a:solidFill>
                <a:effectLst/>
              </a:rPr>
            </a:br>
            <a:r>
              <a:rPr lang="pl-PL" dirty="0">
                <a:solidFill>
                  <a:srgbClr val="CF8E6D"/>
                </a:solidFill>
                <a:effectLst/>
              </a:rPr>
              <a:t>RUN </a:t>
            </a:r>
            <a:r>
              <a:rPr lang="pl-PL" dirty="0">
                <a:solidFill>
                  <a:srgbClr val="C57633"/>
                </a:solidFill>
                <a:effectLst/>
              </a:rPr>
              <a:t>pip </a:t>
            </a:r>
            <a:r>
              <a:rPr lang="pl-PL" dirty="0" err="1">
                <a:solidFill>
                  <a:srgbClr val="BCBEC4"/>
                </a:solidFill>
                <a:effectLst/>
              </a:rPr>
              <a:t>install</a:t>
            </a:r>
            <a:r>
              <a:rPr lang="pl-PL" dirty="0">
                <a:solidFill>
                  <a:srgbClr val="BCBEC4"/>
                </a:solidFill>
                <a:effectLst/>
              </a:rPr>
              <a:t> </a:t>
            </a:r>
            <a:r>
              <a:rPr lang="pl-PL" dirty="0">
                <a:solidFill>
                  <a:srgbClr val="CF8E6D"/>
                </a:solidFill>
                <a:effectLst/>
              </a:rPr>
              <a:t>--</a:t>
            </a:r>
            <a:r>
              <a:rPr lang="pl-PL" dirty="0">
                <a:solidFill>
                  <a:srgbClr val="BCBEC4"/>
                </a:solidFill>
                <a:effectLst/>
              </a:rPr>
              <a:t>no-cache-</a:t>
            </a:r>
            <a:r>
              <a:rPr lang="pl-PL" dirty="0" err="1">
                <a:solidFill>
                  <a:srgbClr val="BCBEC4"/>
                </a:solidFill>
                <a:effectLst/>
              </a:rPr>
              <a:t>dir</a:t>
            </a:r>
            <a:r>
              <a:rPr lang="pl-PL" dirty="0">
                <a:solidFill>
                  <a:srgbClr val="BCBEC4"/>
                </a:solidFill>
                <a:effectLst/>
              </a:rPr>
              <a:t> </a:t>
            </a:r>
            <a:r>
              <a:rPr lang="pl-PL" dirty="0">
                <a:solidFill>
                  <a:srgbClr val="CF8E6D"/>
                </a:solidFill>
                <a:effectLst/>
              </a:rPr>
              <a:t>-</a:t>
            </a:r>
            <a:r>
              <a:rPr lang="pl-PL" dirty="0">
                <a:solidFill>
                  <a:srgbClr val="BCBEC4"/>
                </a:solidFill>
                <a:effectLst/>
              </a:rPr>
              <a:t>r </a:t>
            </a:r>
            <a:r>
              <a:rPr lang="pl-PL" dirty="0" err="1">
                <a:solidFill>
                  <a:srgbClr val="BCBEC4"/>
                </a:solidFill>
                <a:effectLst/>
              </a:rPr>
              <a:t>requirements.txt</a:t>
            </a:r>
            <a:br>
              <a:rPr lang="pl-PL" dirty="0">
                <a:solidFill>
                  <a:srgbClr val="BCBEC4"/>
                </a:solidFill>
                <a:effectLst/>
              </a:rPr>
            </a:br>
            <a:r>
              <a:rPr lang="pl-PL" dirty="0">
                <a:solidFill>
                  <a:srgbClr val="CF8E6D"/>
                </a:solidFill>
                <a:effectLst/>
              </a:rPr>
              <a:t>COPY </a:t>
            </a:r>
            <a:r>
              <a:rPr lang="pl-PL" dirty="0">
                <a:solidFill>
                  <a:srgbClr val="BCBEC4"/>
                </a:solidFill>
                <a:effectLst/>
              </a:rPr>
              <a:t>. .</a:t>
            </a:r>
            <a:br>
              <a:rPr lang="pl-PL" dirty="0">
                <a:solidFill>
                  <a:srgbClr val="BCBEC4"/>
                </a:solidFill>
                <a:effectLst/>
              </a:rPr>
            </a:br>
            <a:r>
              <a:rPr lang="pl-PL" dirty="0">
                <a:solidFill>
                  <a:srgbClr val="CF8E6D"/>
                </a:solidFill>
                <a:effectLst/>
              </a:rPr>
              <a:t>EXPOSE </a:t>
            </a:r>
            <a:r>
              <a:rPr lang="pl-PL" dirty="0">
                <a:solidFill>
                  <a:srgbClr val="2AACB8"/>
                </a:solidFill>
                <a:effectLst/>
              </a:rPr>
              <a:t>5000</a:t>
            </a:r>
            <a:br>
              <a:rPr lang="pl-PL" dirty="0">
                <a:solidFill>
                  <a:srgbClr val="2AACB8"/>
                </a:solidFill>
                <a:effectLst/>
              </a:rPr>
            </a:br>
            <a:r>
              <a:rPr lang="pl-PL" dirty="0">
                <a:solidFill>
                  <a:srgbClr val="CF8E6D"/>
                </a:solidFill>
                <a:effectLst/>
              </a:rPr>
              <a:t>CMD </a:t>
            </a:r>
            <a:r>
              <a:rPr lang="pl-PL" dirty="0">
                <a:solidFill>
                  <a:srgbClr val="BCBEC4"/>
                </a:solidFill>
                <a:effectLst/>
              </a:rPr>
              <a:t>[</a:t>
            </a:r>
            <a:r>
              <a:rPr lang="pl-PL" dirty="0">
                <a:solidFill>
                  <a:srgbClr val="6AAB73"/>
                </a:solidFill>
                <a:effectLst/>
              </a:rPr>
              <a:t>"</a:t>
            </a:r>
            <a:r>
              <a:rPr lang="pl-PL" dirty="0" err="1">
                <a:solidFill>
                  <a:srgbClr val="6AAB73"/>
                </a:solidFill>
                <a:effectLst/>
              </a:rPr>
              <a:t>python</a:t>
            </a:r>
            <a:r>
              <a:rPr lang="pl-PL" dirty="0">
                <a:solidFill>
                  <a:srgbClr val="6AAB73"/>
                </a:solidFill>
                <a:effectLst/>
              </a:rPr>
              <a:t>"</a:t>
            </a:r>
            <a:r>
              <a:rPr lang="pl-PL" dirty="0">
                <a:solidFill>
                  <a:srgbClr val="BCBEC4"/>
                </a:solidFill>
                <a:effectLst/>
              </a:rPr>
              <a:t>, </a:t>
            </a:r>
            <a:r>
              <a:rPr lang="pl-PL" dirty="0">
                <a:solidFill>
                  <a:srgbClr val="6AAB73"/>
                </a:solidFill>
                <a:effectLst/>
              </a:rPr>
              <a:t>"</a:t>
            </a:r>
            <a:r>
              <a:rPr lang="pl-PL" dirty="0" err="1">
                <a:solidFill>
                  <a:srgbClr val="6AAB73"/>
                </a:solidFill>
                <a:effectLst/>
              </a:rPr>
              <a:t>app.py</a:t>
            </a:r>
            <a:r>
              <a:rPr lang="pl-PL" dirty="0">
                <a:solidFill>
                  <a:srgbClr val="6AAB73"/>
                </a:solidFill>
                <a:effectLst/>
              </a:rPr>
              <a:t>"</a:t>
            </a:r>
            <a:r>
              <a:rPr lang="pl-PL" dirty="0">
                <a:solidFill>
                  <a:srgbClr val="BCBEC4"/>
                </a:solidFill>
                <a:effectLst/>
              </a:rPr>
              <a:t>]</a:t>
            </a:r>
            <a:br>
              <a:rPr lang="pl-PL" dirty="0">
                <a:solidFill>
                  <a:srgbClr val="BCBEC4"/>
                </a:solidFill>
                <a:effectLst/>
              </a:rPr>
            </a:br>
            <a:endParaRPr lang="pl-PL" dirty="0">
              <a:solidFill>
                <a:srgbClr val="BCBEC4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441488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389F65C-AD49-D8F1-04DA-C69C38437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Best </a:t>
            </a:r>
            <a:r>
              <a:rPr lang="pl-PL" dirty="0" err="1"/>
              <a:t>practice</a:t>
            </a:r>
            <a:r>
              <a:rPr lang="pl-PL" dirty="0"/>
              <a:t> .</a:t>
            </a:r>
            <a:r>
              <a:rPr lang="pl-PL" dirty="0" err="1"/>
              <a:t>dockerignore</a:t>
            </a:r>
            <a:r>
              <a:rPr lang="pl-PL" dirty="0"/>
              <a:t>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2B16BE4-4E00-8A52-23A0-5040B069C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Używaj .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dockerignore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5" name="Obraz 4" descr="Obraz zawierający tekst, Oprogramowanie multimedialne, oprogramowanie, zrzut ekranu&#10;&#10;Opis wygenerowany automatycznie">
            <a:extLst>
              <a:ext uri="{FF2B5EF4-FFF2-40B4-BE49-F238E27FC236}">
                <a16:creationId xmlns:a16="http://schemas.microsoft.com/office/drawing/2014/main" id="{2E09445E-4C62-A442-52B5-2538A2F2EF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229275"/>
            <a:ext cx="7772400" cy="273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3493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2EF4EAE-59DE-4EBD-CC20-7ABE43AB7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>
                <a:effectLst/>
                <a:ea typeface="Arial" panose="020B0604020202020204" pitchFamily="34" charset="0"/>
              </a:rPr>
              <a:t>Best </a:t>
            </a:r>
            <a:r>
              <a:rPr lang="pl-PL" dirty="0" err="1">
                <a:effectLst/>
                <a:ea typeface="Arial" panose="020B0604020202020204" pitchFamily="34" charset="0"/>
              </a:rPr>
              <a:t>practice</a:t>
            </a:r>
            <a:r>
              <a:rPr lang="pl-PL" dirty="0">
                <a:effectLst/>
                <a:ea typeface="Arial" panose="020B0604020202020204" pitchFamily="34" charset="0"/>
              </a:rPr>
              <a:t> Multi-</a:t>
            </a:r>
            <a:r>
              <a:rPr lang="pl-PL" dirty="0" err="1">
                <a:effectLst/>
                <a:ea typeface="Arial" panose="020B0604020202020204" pitchFamily="34" charset="0"/>
              </a:rPr>
              <a:t>stage</a:t>
            </a:r>
            <a:r>
              <a:rPr lang="pl-PL" dirty="0">
                <a:effectLst/>
                <a:ea typeface="Arial" panose="020B0604020202020204" pitchFamily="34" charset="0"/>
              </a:rPr>
              <a:t> </a:t>
            </a:r>
            <a:r>
              <a:rPr lang="pl-PL" dirty="0" err="1">
                <a:effectLst/>
                <a:ea typeface="Arial" panose="020B0604020202020204" pitchFamily="34" charset="0"/>
              </a:rPr>
              <a:t>builds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26292DC-C97A-ED15-0E19-553F73D72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- Budowanie obrazu w oparciu o poprzedni obraz </a:t>
            </a:r>
          </a:p>
          <a:p>
            <a:r>
              <a:rPr lang="pl-PL" dirty="0"/>
              <a:t>- spłaszczanie ilości warstw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68D3AA0A-4B59-25E6-3832-7CBFBAC08EF8}"/>
              </a:ext>
            </a:extLst>
          </p:cNvPr>
          <p:cNvSpPr/>
          <p:nvPr/>
        </p:nvSpPr>
        <p:spPr>
          <a:xfrm>
            <a:off x="1282261" y="3951890"/>
            <a:ext cx="2270235" cy="441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Layer</a:t>
            </a:r>
            <a:r>
              <a:rPr lang="pl-PL" dirty="0"/>
              <a:t> 1 </a:t>
            </a: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934DB42C-D1C2-2677-28C8-0D5DDDAF7558}"/>
              </a:ext>
            </a:extLst>
          </p:cNvPr>
          <p:cNvSpPr/>
          <p:nvPr/>
        </p:nvSpPr>
        <p:spPr>
          <a:xfrm>
            <a:off x="1282261" y="4516401"/>
            <a:ext cx="2270235" cy="441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Layer</a:t>
            </a:r>
            <a:r>
              <a:rPr lang="pl-PL" dirty="0"/>
              <a:t> 2 </a:t>
            </a:r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7E289F16-C300-B6BD-C1CE-EFA8C442407A}"/>
              </a:ext>
            </a:extLst>
          </p:cNvPr>
          <p:cNvSpPr/>
          <p:nvPr/>
        </p:nvSpPr>
        <p:spPr>
          <a:xfrm>
            <a:off x="1282261" y="5080912"/>
            <a:ext cx="2270235" cy="441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Layer</a:t>
            </a:r>
            <a:r>
              <a:rPr lang="pl-PL" dirty="0"/>
              <a:t> 3 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0F65576-2229-30A4-FFE0-3FF967A4B1FA}"/>
              </a:ext>
            </a:extLst>
          </p:cNvPr>
          <p:cNvSpPr/>
          <p:nvPr/>
        </p:nvSpPr>
        <p:spPr>
          <a:xfrm>
            <a:off x="1282260" y="5624403"/>
            <a:ext cx="2270235" cy="441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Layer</a:t>
            </a:r>
            <a:r>
              <a:rPr lang="pl-PL" dirty="0"/>
              <a:t> 4 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14E34BAF-6F8F-C630-9A79-86F47B57BF48}"/>
              </a:ext>
            </a:extLst>
          </p:cNvPr>
          <p:cNvSpPr txBox="1"/>
          <p:nvPr/>
        </p:nvSpPr>
        <p:spPr>
          <a:xfrm>
            <a:off x="1282259" y="3531530"/>
            <a:ext cx="22702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err="1"/>
              <a:t>App</a:t>
            </a:r>
            <a:r>
              <a:rPr lang="pl-PL" dirty="0"/>
              <a:t> 1 </a:t>
            </a:r>
          </a:p>
        </p:txBody>
      </p:sp>
      <p:sp>
        <p:nvSpPr>
          <p:cNvPr id="9" name="Strzałka w prawo 8">
            <a:extLst>
              <a:ext uri="{FF2B5EF4-FFF2-40B4-BE49-F238E27FC236}">
                <a16:creationId xmlns:a16="http://schemas.microsoft.com/office/drawing/2014/main" id="{ABDD2D81-3729-6F59-2E38-7842F0A41CF5}"/>
              </a:ext>
            </a:extLst>
          </p:cNvPr>
          <p:cNvSpPr/>
          <p:nvPr/>
        </p:nvSpPr>
        <p:spPr>
          <a:xfrm>
            <a:off x="4235669" y="4737118"/>
            <a:ext cx="1744717" cy="564511"/>
          </a:xfrm>
          <a:prstGeom prst="right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533DEF75-86B8-0CFB-E9F5-91AF5B45E929}"/>
              </a:ext>
            </a:extLst>
          </p:cNvPr>
          <p:cNvSpPr txBox="1"/>
          <p:nvPr/>
        </p:nvSpPr>
        <p:spPr>
          <a:xfrm>
            <a:off x="6490135" y="3996588"/>
            <a:ext cx="2270235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l-PL" dirty="0" err="1"/>
              <a:t>App</a:t>
            </a:r>
            <a:r>
              <a:rPr lang="pl-PL" dirty="0"/>
              <a:t> 1 </a:t>
            </a:r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4D74800E-11EB-00BE-D535-8D668DEC4E3D}"/>
              </a:ext>
            </a:extLst>
          </p:cNvPr>
          <p:cNvSpPr/>
          <p:nvPr/>
        </p:nvSpPr>
        <p:spPr>
          <a:xfrm>
            <a:off x="6490135" y="4455316"/>
            <a:ext cx="2270235" cy="441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Layer</a:t>
            </a:r>
            <a:r>
              <a:rPr lang="pl-PL" dirty="0"/>
              <a:t> 1 </a:t>
            </a:r>
          </a:p>
        </p:txBody>
      </p:sp>
      <p:sp>
        <p:nvSpPr>
          <p:cNvPr id="12" name="Prostokąt 11">
            <a:extLst>
              <a:ext uri="{FF2B5EF4-FFF2-40B4-BE49-F238E27FC236}">
                <a16:creationId xmlns:a16="http://schemas.microsoft.com/office/drawing/2014/main" id="{A7BAC2AD-B7F5-591D-76C5-127D08D1A738}"/>
              </a:ext>
            </a:extLst>
          </p:cNvPr>
          <p:cNvSpPr/>
          <p:nvPr/>
        </p:nvSpPr>
        <p:spPr>
          <a:xfrm>
            <a:off x="6490135" y="5080571"/>
            <a:ext cx="2270235" cy="441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/>
              <a:t>Layer</a:t>
            </a:r>
            <a:r>
              <a:rPr lang="pl-PL" dirty="0"/>
              <a:t> 2 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933992C8-8462-5695-5902-6D436DA9F597}"/>
              </a:ext>
            </a:extLst>
          </p:cNvPr>
          <p:cNvSpPr txBox="1"/>
          <p:nvPr/>
        </p:nvSpPr>
        <p:spPr>
          <a:xfrm>
            <a:off x="6490134" y="3582558"/>
            <a:ext cx="22702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dirty="0" err="1"/>
              <a:t>App</a:t>
            </a:r>
            <a:r>
              <a:rPr lang="pl-PL" dirty="0"/>
              <a:t> 2 </a:t>
            </a:r>
          </a:p>
        </p:txBody>
      </p:sp>
    </p:spTree>
    <p:extLst>
      <p:ext uri="{BB962C8B-B14F-4D97-AF65-F5344CB8AC3E}">
        <p14:creationId xmlns:p14="http://schemas.microsoft.com/office/powerpoint/2010/main" val="19313255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86B21-F9BB-4782-4F68-C72A90FEB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A7E8B78-843A-7C5E-29A6-063CFCF7A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Best </a:t>
            </a:r>
            <a:r>
              <a:rPr lang="pl-PL" dirty="0" err="1"/>
              <a:t>practice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BE1A59D-B257-BEB9-8D74-2E057CE9C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0240" y="2312276"/>
            <a:ext cx="9493994" cy="3651504"/>
          </a:xfrm>
        </p:spPr>
        <p:txBody>
          <a:bodyPr/>
          <a:lstStyle/>
          <a:p>
            <a:r>
              <a:rPr lang="pl-PL" dirty="0"/>
              <a:t>1. Przy </a:t>
            </a:r>
            <a:r>
              <a:rPr lang="pl-PL" b="1" dirty="0" err="1"/>
              <a:t>multistage</a:t>
            </a:r>
            <a:r>
              <a:rPr lang="pl-PL" dirty="0"/>
              <a:t> często spotkasz też budowanie konkretnego etapu:</a:t>
            </a:r>
          </a:p>
          <a:p>
            <a:endParaRPr lang="pl-PL" dirty="0"/>
          </a:p>
          <a:p>
            <a:r>
              <a:rPr lang="pl-PL" dirty="0"/>
              <a:t>   </a:t>
            </a:r>
            <a:r>
              <a:rPr lang="pl-PL" dirty="0" err="1"/>
              <a:t>docker</a:t>
            </a:r>
            <a:r>
              <a:rPr lang="pl-PL" dirty="0"/>
              <a:t> </a:t>
            </a:r>
            <a:r>
              <a:rPr lang="pl-PL" dirty="0" err="1"/>
              <a:t>build</a:t>
            </a:r>
            <a:r>
              <a:rPr lang="pl-PL" dirty="0"/>
              <a:t> -f </a:t>
            </a:r>
            <a:r>
              <a:rPr lang="pl-PL" dirty="0" err="1"/>
              <a:t>Dockerfile</a:t>
            </a:r>
            <a:r>
              <a:rPr lang="pl-PL" dirty="0"/>
              <a:t> -t moja-</a:t>
            </a:r>
            <a:r>
              <a:rPr lang="pl-PL" dirty="0" err="1"/>
              <a:t>apka</a:t>
            </a:r>
            <a:r>
              <a:rPr lang="pl-PL" dirty="0"/>
              <a:t> --target </a:t>
            </a:r>
            <a:r>
              <a:rPr lang="pl-PL" dirty="0" err="1"/>
              <a:t>builder</a:t>
            </a:r>
            <a:r>
              <a:rPr lang="pl-PL" dirty="0"/>
              <a:t> 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B0F85E3-96E8-1D3B-0C42-F73BE5E06862}"/>
              </a:ext>
            </a:extLst>
          </p:cNvPr>
          <p:cNvSpPr txBox="1"/>
          <p:nvPr/>
        </p:nvSpPr>
        <p:spPr>
          <a:xfrm>
            <a:off x="1920240" y="4147182"/>
            <a:ext cx="94939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/>
              <a:t>Do czego służy --target </a:t>
            </a:r>
            <a:r>
              <a:rPr lang="pl-PL" b="1" dirty="0" err="1"/>
              <a:t>builder</a:t>
            </a:r>
            <a:endParaRPr lang="pl-PL" b="1" dirty="0"/>
          </a:p>
          <a:p>
            <a:r>
              <a:rPr lang="pl-PL" dirty="0"/>
              <a:t>Opcja --target pozwala zbudować obraz tylko do wskazanego etapu.</a:t>
            </a:r>
          </a:p>
          <a:p>
            <a:endParaRPr lang="pl-PL" dirty="0"/>
          </a:p>
          <a:p>
            <a:r>
              <a:rPr lang="pl-PL" dirty="0"/>
              <a:t>2. W tym przypadku  etap </a:t>
            </a:r>
            <a:r>
              <a:rPr lang="pl-PL" b="1" dirty="0" err="1">
                <a:solidFill>
                  <a:srgbClr val="7030A0"/>
                </a:solidFill>
              </a:rPr>
              <a:t>builder</a:t>
            </a:r>
            <a:r>
              <a:rPr lang="pl-PL" dirty="0"/>
              <a:t> to część, w której instalowane są zależności: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C1463D9A-C187-DF83-9945-7733F5252F19}"/>
              </a:ext>
            </a:extLst>
          </p:cNvPr>
          <p:cNvSpPr txBox="1"/>
          <p:nvPr/>
        </p:nvSpPr>
        <p:spPr>
          <a:xfrm>
            <a:off x="1920240" y="538135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>
                <a:solidFill>
                  <a:srgbClr val="7030A0"/>
                </a:solidFill>
              </a:rPr>
              <a:t>FROM</a:t>
            </a:r>
            <a:r>
              <a:rPr lang="pl-PL" dirty="0"/>
              <a:t> python:3.12-slim </a:t>
            </a:r>
            <a:r>
              <a:rPr lang="pl-PL" dirty="0">
                <a:solidFill>
                  <a:srgbClr val="7030A0"/>
                </a:solidFill>
              </a:rPr>
              <a:t>AS</a:t>
            </a:r>
            <a:r>
              <a:rPr lang="pl-PL" dirty="0"/>
              <a:t> </a:t>
            </a:r>
            <a:r>
              <a:rPr lang="pl-PL" dirty="0" err="1"/>
              <a:t>builder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6040935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181FC64-B306-4821-98E2-780662EFC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CA6D4C6-6458-0530-5F18-5C30B104D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2518" y="442913"/>
            <a:ext cx="5183986" cy="1639888"/>
          </a:xfrm>
        </p:spPr>
        <p:txBody>
          <a:bodyPr anchor="b">
            <a:normAutofit/>
          </a:bodyPr>
          <a:lstStyle/>
          <a:p>
            <a:r>
              <a:rPr lang="pl-PL" dirty="0"/>
              <a:t>Lab 3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E5D31A1-3C80-7FD8-85FA-39FFD595D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519" y="2312988"/>
            <a:ext cx="5183986" cy="3651250"/>
          </a:xfrm>
        </p:spPr>
        <p:txBody>
          <a:bodyPr>
            <a:normAutofit/>
          </a:bodyPr>
          <a:lstStyle/>
          <a:p>
            <a:r>
              <a:rPr lang="pl-PL" b="1" dirty="0"/>
              <a:t>Cel</a:t>
            </a:r>
          </a:p>
          <a:p>
            <a:r>
              <a:rPr lang="pl-PL" dirty="0"/>
              <a:t>Zrobisz: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prostą aplikację </a:t>
            </a:r>
            <a:r>
              <a:rPr lang="pl-PL" dirty="0" err="1"/>
              <a:t>FastAPI</a:t>
            </a:r>
            <a:r>
              <a:rPr lang="pl-PL" dirty="0"/>
              <a:t>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zwykły </a:t>
            </a:r>
            <a:r>
              <a:rPr lang="pl-PL" dirty="0" err="1"/>
              <a:t>Dockerfile</a:t>
            </a:r>
            <a:r>
              <a:rPr lang="pl-PL" dirty="0"/>
              <a:t>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 dirty="0"/>
              <a:t>potem </a:t>
            </a:r>
            <a:r>
              <a:rPr lang="pl-PL" dirty="0" err="1"/>
              <a:t>Dockerfile</a:t>
            </a:r>
            <a:r>
              <a:rPr lang="pl-PL" dirty="0"/>
              <a:t> z </a:t>
            </a:r>
            <a:r>
              <a:rPr lang="pl-PL" b="1" dirty="0" err="1"/>
              <a:t>multistage</a:t>
            </a:r>
            <a:r>
              <a:rPr lang="pl-PL" b="1" dirty="0"/>
              <a:t> </a:t>
            </a:r>
            <a:r>
              <a:rPr lang="pl-PL" b="1" dirty="0" err="1"/>
              <a:t>build</a:t>
            </a:r>
            <a:r>
              <a:rPr lang="pl-PL" b="1" dirty="0"/>
              <a:t> </a:t>
            </a:r>
            <a:r>
              <a:rPr lang="pl-PL" dirty="0"/>
              <a:t>i porównasz efekt.</a:t>
            </a:r>
          </a:p>
          <a:p>
            <a:endParaRPr lang="pl-PL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871FC61-DD4E-47D4-81FD-8A7E7D12B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986049" y="0"/>
            <a:ext cx="5205951" cy="6858000"/>
          </a:xfrm>
          <a:custGeom>
            <a:avLst/>
            <a:gdLst>
              <a:gd name="connsiteX0" fmla="*/ 0 w 5205951"/>
              <a:gd name="connsiteY0" fmla="*/ 0 h 6858000"/>
              <a:gd name="connsiteX1" fmla="*/ 1709529 w 5205951"/>
              <a:gd name="connsiteY1" fmla="*/ 0 h 6858000"/>
              <a:gd name="connsiteX2" fmla="*/ 2489695 w 5205951"/>
              <a:gd name="connsiteY2" fmla="*/ 0 h 6858000"/>
              <a:gd name="connsiteX3" fmla="*/ 3582928 w 5205951"/>
              <a:gd name="connsiteY3" fmla="*/ 0 h 6858000"/>
              <a:gd name="connsiteX4" fmla="*/ 3605052 w 5205951"/>
              <a:gd name="connsiteY4" fmla="*/ 14997 h 6858000"/>
              <a:gd name="connsiteX5" fmla="*/ 5205951 w 5205951"/>
              <a:gd name="connsiteY5" fmla="*/ 3621656 h 6858000"/>
              <a:gd name="connsiteX6" fmla="*/ 3331601 w 5205951"/>
              <a:gd name="connsiteY6" fmla="*/ 6374814 h 6858000"/>
              <a:gd name="connsiteX7" fmla="*/ 2814953 w 5205951"/>
              <a:gd name="connsiteY7" fmla="*/ 6780599 h 6858000"/>
              <a:gd name="connsiteX8" fmla="*/ 2703197 w 5205951"/>
              <a:gd name="connsiteY8" fmla="*/ 6858000 h 6858000"/>
              <a:gd name="connsiteX9" fmla="*/ 2489695 w 5205951"/>
              <a:gd name="connsiteY9" fmla="*/ 6858000 h 6858000"/>
              <a:gd name="connsiteX10" fmla="*/ 1709529 w 5205951"/>
              <a:gd name="connsiteY10" fmla="*/ 6858000 h 6858000"/>
              <a:gd name="connsiteX11" fmla="*/ 0 w 5205951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205951" h="6858000">
                <a:moveTo>
                  <a:pt x="0" y="0"/>
                </a:moveTo>
                <a:lnTo>
                  <a:pt x="1709529" y="0"/>
                </a:lnTo>
                <a:lnTo>
                  <a:pt x="2489695" y="0"/>
                </a:lnTo>
                <a:lnTo>
                  <a:pt x="3582928" y="0"/>
                </a:lnTo>
                <a:lnTo>
                  <a:pt x="3605052" y="14997"/>
                </a:lnTo>
                <a:cubicBezTo>
                  <a:pt x="4632215" y="754641"/>
                  <a:pt x="5205951" y="2093192"/>
                  <a:pt x="5205951" y="3621656"/>
                </a:cubicBezTo>
                <a:cubicBezTo>
                  <a:pt x="5205951" y="4969131"/>
                  <a:pt x="4277226" y="5602839"/>
                  <a:pt x="3331601" y="6374814"/>
                </a:cubicBezTo>
                <a:cubicBezTo>
                  <a:pt x="3159398" y="6515397"/>
                  <a:pt x="2988771" y="6653108"/>
                  <a:pt x="2814953" y="6780599"/>
                </a:cubicBezTo>
                <a:lnTo>
                  <a:pt x="2703197" y="6858000"/>
                </a:lnTo>
                <a:lnTo>
                  <a:pt x="2489695" y="6858000"/>
                </a:lnTo>
                <a:lnTo>
                  <a:pt x="170952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29A1E2C-5AC8-40FC-99E9-832069D39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505773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5C54A75-E44A-4147-B9D0-FF46CFD31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719069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5" name="Obraz 4" descr="Obraz zawierający tekst, zrzut ekranu, Czcionka&#10;&#10;Opis wygenerowany automatycznie">
            <a:extLst>
              <a:ext uri="{FF2B5EF4-FFF2-40B4-BE49-F238E27FC236}">
                <a16:creationId xmlns:a16="http://schemas.microsoft.com/office/drawing/2014/main" id="{17028B2A-6A0C-0836-4A6F-4A7A7953B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3049" y="2654558"/>
            <a:ext cx="3249406" cy="1548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8724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2A2CA16-4CA7-61CC-EB54-9CA5D7D36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Best </a:t>
            </a:r>
            <a:r>
              <a:rPr lang="pl-PL" dirty="0" err="1"/>
              <a:t>practice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C098FAB-1A5D-5B62-7DC6-1944AFA6B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Użyj opcji -f.</a:t>
            </a:r>
          </a:p>
          <a:p>
            <a:endParaRPr lang="pl-PL" dirty="0"/>
          </a:p>
          <a:p>
            <a:r>
              <a:rPr lang="pl-PL" dirty="0" err="1"/>
              <a:t>docker</a:t>
            </a:r>
            <a:r>
              <a:rPr lang="pl-PL" dirty="0"/>
              <a:t> </a:t>
            </a:r>
            <a:r>
              <a:rPr lang="pl-PL" dirty="0" err="1"/>
              <a:t>build</a:t>
            </a:r>
            <a:r>
              <a:rPr lang="pl-PL" dirty="0"/>
              <a:t> -f </a:t>
            </a:r>
            <a:r>
              <a:rPr lang="pl-PL" dirty="0" err="1"/>
              <a:t>Dockerfile.dev</a:t>
            </a:r>
            <a:r>
              <a:rPr lang="pl-PL" dirty="0"/>
              <a:t> -t moja-</a:t>
            </a:r>
            <a:r>
              <a:rPr lang="pl-PL" dirty="0" err="1"/>
              <a:t>apka</a:t>
            </a:r>
            <a:r>
              <a:rPr lang="pl-PL" dirty="0"/>
              <a:t> 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CB3A8115-3D21-4FEA-2245-827D12741E0D}"/>
              </a:ext>
            </a:extLst>
          </p:cNvPr>
          <p:cNvSpPr txBox="1"/>
          <p:nvPr/>
        </p:nvSpPr>
        <p:spPr>
          <a:xfrm>
            <a:off x="1920240" y="4365973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To znaczy:</a:t>
            </a:r>
          </a:p>
          <a:p>
            <a:r>
              <a:rPr lang="pl-PL" dirty="0"/>
              <a:t>-f </a:t>
            </a:r>
            <a:r>
              <a:rPr lang="pl-PL" dirty="0" err="1"/>
              <a:t>Dockerfile.dev</a:t>
            </a:r>
            <a:r>
              <a:rPr lang="pl-PL" dirty="0"/>
              <a:t> — wskaż inny plik</a:t>
            </a:r>
          </a:p>
          <a:p>
            <a:r>
              <a:rPr lang="pl-PL" dirty="0"/>
              <a:t>-t moja-</a:t>
            </a:r>
            <a:r>
              <a:rPr lang="pl-PL" dirty="0" err="1"/>
              <a:t>apka</a:t>
            </a:r>
            <a:r>
              <a:rPr lang="pl-PL" dirty="0"/>
              <a:t> — nadaj nazwę obrazowi</a:t>
            </a:r>
          </a:p>
          <a:p>
            <a:r>
              <a:rPr lang="pl-PL" dirty="0"/>
              <a:t>. — kontekst budowania, czyli bieżący katalog</a:t>
            </a:r>
          </a:p>
        </p:txBody>
      </p:sp>
    </p:spTree>
    <p:extLst>
      <p:ext uri="{BB962C8B-B14F-4D97-AF65-F5344CB8AC3E}">
        <p14:creationId xmlns:p14="http://schemas.microsoft.com/office/powerpoint/2010/main" val="21057490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3E0BF-CDD6-1EE3-5498-1BAF10247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60CD11C-C921-53E8-2C8E-37F2B9250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Best </a:t>
            </a:r>
            <a:r>
              <a:rPr lang="pl-PL" dirty="0" err="1"/>
              <a:t>practice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4E05A0E-E9D4-D514-BE48-5594364E9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0240" y="2312276"/>
            <a:ext cx="8770571" cy="2175641"/>
          </a:xfrm>
        </p:spPr>
        <p:txBody>
          <a:bodyPr/>
          <a:lstStyle/>
          <a:p>
            <a:r>
              <a:rPr lang="pl-PL" b="1" dirty="0"/>
              <a:t>1. Jeśli plik jest w innym katalogu:</a:t>
            </a:r>
          </a:p>
          <a:p>
            <a:endParaRPr lang="pl-PL" dirty="0"/>
          </a:p>
          <a:p>
            <a:r>
              <a:rPr lang="pl-PL" dirty="0" err="1"/>
              <a:t>docker</a:t>
            </a:r>
            <a:r>
              <a:rPr lang="pl-PL" dirty="0"/>
              <a:t> </a:t>
            </a:r>
            <a:r>
              <a:rPr lang="pl-PL" dirty="0" err="1"/>
              <a:t>build</a:t>
            </a:r>
            <a:r>
              <a:rPr lang="pl-PL" dirty="0"/>
              <a:t> -f </a:t>
            </a:r>
            <a:r>
              <a:rPr lang="pl-PL" dirty="0" err="1"/>
              <a:t>docker</a:t>
            </a:r>
            <a:r>
              <a:rPr lang="pl-PL" dirty="0"/>
              <a:t>/</a:t>
            </a:r>
            <a:r>
              <a:rPr lang="pl-PL" dirty="0" err="1"/>
              <a:t>Dockerfile.dev</a:t>
            </a:r>
            <a:r>
              <a:rPr lang="pl-PL" dirty="0"/>
              <a:t> -t moja-</a:t>
            </a:r>
            <a:r>
              <a:rPr lang="pl-PL" dirty="0" err="1"/>
              <a:t>apka</a:t>
            </a:r>
            <a:r>
              <a:rPr lang="pl-PL" dirty="0"/>
              <a:t> .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5018C05D-91CE-1A3B-FA63-B39582A2DAB6}"/>
              </a:ext>
            </a:extLst>
          </p:cNvPr>
          <p:cNvSpPr txBox="1"/>
          <p:nvPr/>
        </p:nvSpPr>
        <p:spPr>
          <a:xfrm>
            <a:off x="1920240" y="448791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/>
              <a:t>2. Możesz też podać zupełnie inną nazwę, np.: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E2F22A72-E5F9-4AF1-F876-76A273AAD526}"/>
              </a:ext>
            </a:extLst>
          </p:cNvPr>
          <p:cNvSpPr txBox="1"/>
          <p:nvPr/>
        </p:nvSpPr>
        <p:spPr>
          <a:xfrm>
            <a:off x="1920240" y="513882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 err="1"/>
              <a:t>docker</a:t>
            </a:r>
            <a:r>
              <a:rPr lang="pl-PL" dirty="0"/>
              <a:t> </a:t>
            </a:r>
            <a:r>
              <a:rPr lang="pl-PL" dirty="0" err="1"/>
              <a:t>build</a:t>
            </a:r>
            <a:r>
              <a:rPr lang="pl-PL" dirty="0"/>
              <a:t> -f </a:t>
            </a:r>
            <a:r>
              <a:rPr lang="pl-PL" dirty="0" err="1"/>
              <a:t>MyFastApiImage</a:t>
            </a:r>
            <a:r>
              <a:rPr lang="pl-PL" dirty="0"/>
              <a:t> -t moja-</a:t>
            </a:r>
            <a:r>
              <a:rPr lang="pl-PL" dirty="0" err="1"/>
              <a:t>apka</a:t>
            </a:r>
            <a:r>
              <a:rPr lang="pl-PL" dirty="0"/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38807960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49BB7E9A-6937-4BF0-9F51-A20F197B5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2C3D24BE-5F9F-F8AD-75EB-58C41EBEB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442912"/>
            <a:ext cx="5295569" cy="1822123"/>
          </a:xfrm>
        </p:spPr>
        <p:txBody>
          <a:bodyPr anchor="b">
            <a:normAutofit/>
          </a:bodyPr>
          <a:lstStyle/>
          <a:p>
            <a:r>
              <a:rPr lang="pl-PL" dirty="0"/>
              <a:t>Moduł 3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EB17436-13AA-803B-A6DE-7A19C1363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496720"/>
            <a:ext cx="5181599" cy="3467518"/>
          </a:xfrm>
        </p:spPr>
        <p:txBody>
          <a:bodyPr anchor="t">
            <a:norm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lang="en-US" sz="1500" b="1" dirty="0">
                <a:effectLst/>
                <a:latin typeface="Arial" panose="020B0604020202020204" pitchFamily="34" charset="0"/>
              </a:rPr>
              <a:t>Cele </a:t>
            </a:r>
            <a:r>
              <a:rPr lang="en-US" sz="1500" b="1" dirty="0" err="1">
                <a:effectLst/>
                <a:latin typeface="Arial" panose="020B0604020202020204" pitchFamily="34" charset="0"/>
              </a:rPr>
              <a:t>modułu</a:t>
            </a:r>
            <a:endParaRPr lang="pl-PL" sz="1500" b="1" dirty="0">
              <a:effectLst/>
              <a:latin typeface="Arial" panose="020B0604020202020204" pitchFamily="34" charset="0"/>
            </a:endParaRPr>
          </a:p>
          <a:p>
            <a:pPr marL="342900" lvl="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pl-PL" sz="15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Orkiestracja wielu kontenerów lokalnie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lang="pl-PL" sz="1500" b="1" dirty="0">
                <a:effectLst/>
                <a:latin typeface="Arial" panose="020B0604020202020204" pitchFamily="34" charset="0"/>
              </a:rPr>
              <a:t>Zawartość</a:t>
            </a:r>
          </a:p>
          <a:p>
            <a:pPr marL="342900" lvl="0" indent="-342900">
              <a:lnSpc>
                <a:spcPct val="130000"/>
              </a:lnSpc>
              <a:buFont typeface="+mj-lt"/>
              <a:buAutoNum type="arabicPeriod"/>
            </a:pPr>
            <a:r>
              <a:rPr lang="en-US" sz="15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docker-</a:t>
            </a:r>
            <a:r>
              <a:rPr lang="en-US" sz="15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compose.yml</a:t>
            </a:r>
            <a:r>
              <a:rPr lang="en-US" sz="15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services, volumes, networks</a:t>
            </a:r>
            <a:endParaRPr lang="pl-PL" sz="15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lnSpc>
                <a:spcPct val="130000"/>
              </a:lnSpc>
              <a:buFont typeface="+mj-lt"/>
              <a:buAutoNum type="arabicPeriod"/>
            </a:pPr>
            <a:r>
              <a:rPr lang="en-US" sz="15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Komendy</a:t>
            </a:r>
            <a:r>
              <a:rPr lang="en-US" sz="15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compose up, down, logs, exec</a:t>
            </a:r>
            <a:endParaRPr lang="pl-PL" sz="15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342900" lvl="0" indent="-342900">
              <a:lnSpc>
                <a:spcPct val="130000"/>
              </a:lnSpc>
              <a:buFont typeface="+mj-lt"/>
              <a:buAutoNum type="arabicPeriod"/>
            </a:pPr>
            <a:r>
              <a:rPr lang="pl-PL" sz="15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Linking</a:t>
            </a:r>
            <a:r>
              <a:rPr lang="pl-PL" sz="15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kontenerów</a:t>
            </a:r>
          </a:p>
          <a:p>
            <a:pPr marL="342900" lvl="0" indent="-342900">
              <a:lnSpc>
                <a:spcPct val="130000"/>
              </a:lnSpc>
              <a:buFont typeface="+mj-lt"/>
              <a:buAutoNum type="arabicPeriod"/>
            </a:pPr>
            <a:r>
              <a:rPr lang="pl-PL" sz="15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LAB: Aplikacja </a:t>
            </a:r>
            <a:r>
              <a:rPr lang="pl-PL" sz="15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multi-tier</a:t>
            </a:r>
            <a:r>
              <a:rPr lang="pl-PL" sz="15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(web + </a:t>
            </a:r>
            <a:r>
              <a:rPr lang="pl-PL" sz="15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database</a:t>
            </a:r>
            <a:r>
              <a:rPr lang="pl-PL" sz="15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)</a:t>
            </a:r>
          </a:p>
          <a:p>
            <a:pPr>
              <a:lnSpc>
                <a:spcPct val="130000"/>
              </a:lnSpc>
            </a:pPr>
            <a:endParaRPr lang="pl-PL" sz="1500" dirty="0"/>
          </a:p>
        </p:txBody>
      </p:sp>
      <p:sp>
        <p:nvSpPr>
          <p:cNvPr id="1035" name="Freeform: Shape 1034">
            <a:extLst>
              <a:ext uri="{FF2B5EF4-FFF2-40B4-BE49-F238E27FC236}">
                <a16:creationId xmlns:a16="http://schemas.microsoft.com/office/drawing/2014/main" id="{E0939753-89D7-48A8-8441-B9FF25CE8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04167" y="0"/>
            <a:ext cx="5687681" cy="5708856"/>
          </a:xfrm>
          <a:custGeom>
            <a:avLst/>
            <a:gdLst>
              <a:gd name="connsiteX0" fmla="*/ 2787282 w 5687681"/>
              <a:gd name="connsiteY0" fmla="*/ 0 h 5708856"/>
              <a:gd name="connsiteX1" fmla="*/ 3988996 w 5687681"/>
              <a:gd name="connsiteY1" fmla="*/ 0 h 5708856"/>
              <a:gd name="connsiteX2" fmla="*/ 4236253 w 5687681"/>
              <a:gd name="connsiteY2" fmla="*/ 68070 h 5708856"/>
              <a:gd name="connsiteX3" fmla="*/ 4483543 w 5687681"/>
              <a:gd name="connsiteY3" fmla="*/ 168573 h 5708856"/>
              <a:gd name="connsiteX4" fmla="*/ 5265611 w 5687681"/>
              <a:gd name="connsiteY4" fmla="*/ 790441 h 5708856"/>
              <a:gd name="connsiteX5" fmla="*/ 5682608 w 5687681"/>
              <a:gd name="connsiteY5" fmla="*/ 1499885 h 5708856"/>
              <a:gd name="connsiteX6" fmla="*/ 5687681 w 5687681"/>
              <a:gd name="connsiteY6" fmla="*/ 1513862 h 5708856"/>
              <a:gd name="connsiteX7" fmla="*/ 5687681 w 5687681"/>
              <a:gd name="connsiteY7" fmla="*/ 3841322 h 5708856"/>
              <a:gd name="connsiteX8" fmla="*/ 5651147 w 5687681"/>
              <a:gd name="connsiteY8" fmla="*/ 3896489 h 5708856"/>
              <a:gd name="connsiteX9" fmla="*/ 4734255 w 5687681"/>
              <a:gd name="connsiteY9" fmla="*/ 4737639 h 5708856"/>
              <a:gd name="connsiteX10" fmla="*/ 4532663 w 5687681"/>
              <a:gd name="connsiteY10" fmla="*/ 4898543 h 5708856"/>
              <a:gd name="connsiteX11" fmla="*/ 2876165 w 5687681"/>
              <a:gd name="connsiteY11" fmla="*/ 5708856 h 5708856"/>
              <a:gd name="connsiteX12" fmla="*/ 694066 w 5687681"/>
              <a:gd name="connsiteY12" fmla="*/ 4391717 h 5708856"/>
              <a:gd name="connsiteX13" fmla="*/ 461517 w 5687681"/>
              <a:gd name="connsiteY13" fmla="*/ 4054756 h 5708856"/>
              <a:gd name="connsiteX14" fmla="*/ 0 w 5687681"/>
              <a:gd name="connsiteY14" fmla="*/ 2993139 h 5708856"/>
              <a:gd name="connsiteX15" fmla="*/ 278855 w 5687681"/>
              <a:gd name="connsiteY15" fmla="*/ 1849819 h 5708856"/>
              <a:gd name="connsiteX16" fmla="*/ 1047879 w 5687681"/>
              <a:gd name="connsiteY16" fmla="*/ 867400 h 5708856"/>
              <a:gd name="connsiteX17" fmla="*/ 2159714 w 5687681"/>
              <a:gd name="connsiteY17" fmla="*/ 186098 h 5708856"/>
              <a:gd name="connsiteX18" fmla="*/ 2785137 w 5687681"/>
              <a:gd name="connsiteY18" fmla="*/ 372 h 5708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687681" h="5708856">
                <a:moveTo>
                  <a:pt x="2787282" y="0"/>
                </a:moveTo>
                <a:lnTo>
                  <a:pt x="3988996" y="0"/>
                </a:lnTo>
                <a:lnTo>
                  <a:pt x="4236253" y="68070"/>
                </a:lnTo>
                <a:cubicBezTo>
                  <a:pt x="4321147" y="96843"/>
                  <a:pt x="4403628" y="130356"/>
                  <a:pt x="4483543" y="168573"/>
                </a:cubicBezTo>
                <a:cubicBezTo>
                  <a:pt x="4783119" y="311949"/>
                  <a:pt x="5046239" y="521215"/>
                  <a:pt x="5265611" y="790441"/>
                </a:cubicBezTo>
                <a:cubicBezTo>
                  <a:pt x="5433740" y="996857"/>
                  <a:pt x="5573537" y="1235870"/>
                  <a:pt x="5682608" y="1499885"/>
                </a:cubicBezTo>
                <a:lnTo>
                  <a:pt x="5687681" y="1513862"/>
                </a:lnTo>
                <a:lnTo>
                  <a:pt x="5687681" y="3841322"/>
                </a:lnTo>
                <a:lnTo>
                  <a:pt x="5651147" y="3896489"/>
                </a:lnTo>
                <a:cubicBezTo>
                  <a:pt x="5427171" y="4186934"/>
                  <a:pt x="5090625" y="4454446"/>
                  <a:pt x="4734255" y="4737639"/>
                </a:cubicBezTo>
                <a:cubicBezTo>
                  <a:pt x="4668506" y="4789825"/>
                  <a:pt x="4600584" y="4843856"/>
                  <a:pt x="4532663" y="4898543"/>
                </a:cubicBezTo>
                <a:cubicBezTo>
                  <a:pt x="3924681" y="5387974"/>
                  <a:pt x="3480945" y="5708856"/>
                  <a:pt x="2876165" y="5708856"/>
                </a:cubicBezTo>
                <a:cubicBezTo>
                  <a:pt x="1954665" y="5708856"/>
                  <a:pt x="1302047" y="5314966"/>
                  <a:pt x="694066" y="4391717"/>
                </a:cubicBezTo>
                <a:cubicBezTo>
                  <a:pt x="614503" y="4270875"/>
                  <a:pt x="536731" y="4160972"/>
                  <a:pt x="461517" y="4054756"/>
                </a:cubicBezTo>
                <a:cubicBezTo>
                  <a:pt x="149788" y="3614348"/>
                  <a:pt x="0" y="3385316"/>
                  <a:pt x="0" y="2993139"/>
                </a:cubicBezTo>
                <a:cubicBezTo>
                  <a:pt x="0" y="2603731"/>
                  <a:pt x="93889" y="2219065"/>
                  <a:pt x="278855" y="1849819"/>
                </a:cubicBezTo>
                <a:cubicBezTo>
                  <a:pt x="459854" y="1488610"/>
                  <a:pt x="718625" y="1157977"/>
                  <a:pt x="1047879" y="867400"/>
                </a:cubicBezTo>
                <a:cubicBezTo>
                  <a:pt x="1371504" y="581701"/>
                  <a:pt x="1755887" y="346080"/>
                  <a:pt x="2159714" y="186098"/>
                </a:cubicBezTo>
                <a:cubicBezTo>
                  <a:pt x="2367064" y="103803"/>
                  <a:pt x="2576044" y="41801"/>
                  <a:pt x="2785137" y="372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37" name="Freeform: Shape 1036">
            <a:extLst>
              <a:ext uri="{FF2B5EF4-FFF2-40B4-BE49-F238E27FC236}">
                <a16:creationId xmlns:a16="http://schemas.microsoft.com/office/drawing/2014/main" id="{9F5CCFC5-858F-4B45-9B10-D49DD0280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25450" y="0"/>
            <a:ext cx="5866550" cy="5788550"/>
          </a:xfrm>
          <a:custGeom>
            <a:avLst/>
            <a:gdLst>
              <a:gd name="connsiteX0" fmla="*/ 2331396 w 5798121"/>
              <a:gd name="connsiteY0" fmla="*/ 0 h 5788550"/>
              <a:gd name="connsiteX1" fmla="*/ 4658651 w 5798121"/>
              <a:gd name="connsiteY1" fmla="*/ 0 h 5788550"/>
              <a:gd name="connsiteX2" fmla="*/ 4682835 w 5798121"/>
              <a:gd name="connsiteY2" fmla="*/ 9816 h 5788550"/>
              <a:gd name="connsiteX3" fmla="*/ 5499667 w 5798121"/>
              <a:gd name="connsiteY3" fmla="*/ 658449 h 5788550"/>
              <a:gd name="connsiteX4" fmla="*/ 5665313 w 5798121"/>
              <a:gd name="connsiteY4" fmla="*/ 884789 h 5788550"/>
              <a:gd name="connsiteX5" fmla="*/ 5798121 w 5798121"/>
              <a:gd name="connsiteY5" fmla="*/ 1110681 h 5788550"/>
              <a:gd name="connsiteX6" fmla="*/ 5798121 w 5798121"/>
              <a:gd name="connsiteY6" fmla="*/ 4016954 h 5788550"/>
              <a:gd name="connsiteX7" fmla="*/ 5706359 w 5798121"/>
              <a:gd name="connsiteY7" fmla="*/ 4121532 h 5788550"/>
              <a:gd name="connsiteX8" fmla="*/ 4944692 w 5798121"/>
              <a:gd name="connsiteY8" fmla="*/ 4775532 h 5788550"/>
              <a:gd name="connsiteX9" fmla="*/ 4734137 w 5798121"/>
              <a:gd name="connsiteY9" fmla="*/ 4943362 h 5788550"/>
              <a:gd name="connsiteX10" fmla="*/ 3004009 w 5798121"/>
              <a:gd name="connsiteY10" fmla="*/ 5788550 h 5788550"/>
              <a:gd name="connsiteX11" fmla="*/ 724917 w 5798121"/>
              <a:gd name="connsiteY11" fmla="*/ 4414722 h 5788550"/>
              <a:gd name="connsiteX12" fmla="*/ 482031 w 5798121"/>
              <a:gd name="connsiteY12" fmla="*/ 4063258 h 5788550"/>
              <a:gd name="connsiteX13" fmla="*/ 0 w 5798121"/>
              <a:gd name="connsiteY13" fmla="*/ 2955950 h 5788550"/>
              <a:gd name="connsiteX14" fmla="*/ 291250 w 5798121"/>
              <a:gd name="connsiteY14" fmla="*/ 1763422 h 5788550"/>
              <a:gd name="connsiteX15" fmla="*/ 1094457 w 5798121"/>
              <a:gd name="connsiteY15" fmla="*/ 738720 h 5788550"/>
              <a:gd name="connsiteX16" fmla="*/ 2255713 w 5798121"/>
              <a:gd name="connsiteY16" fmla="*/ 28095 h 5788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798121" h="5788550">
                <a:moveTo>
                  <a:pt x="2331396" y="0"/>
                </a:moveTo>
                <a:lnTo>
                  <a:pt x="4658651" y="0"/>
                </a:lnTo>
                <a:lnTo>
                  <a:pt x="4682835" y="9816"/>
                </a:lnTo>
                <a:cubicBezTo>
                  <a:pt x="4995727" y="159362"/>
                  <a:pt x="5270543" y="377635"/>
                  <a:pt x="5499667" y="658449"/>
                </a:cubicBezTo>
                <a:cubicBezTo>
                  <a:pt x="5558201" y="730215"/>
                  <a:pt x="5613447" y="805760"/>
                  <a:pt x="5665313" y="884789"/>
                </a:cubicBezTo>
                <a:lnTo>
                  <a:pt x="5798121" y="1110681"/>
                </a:lnTo>
                <a:lnTo>
                  <a:pt x="5798121" y="4016954"/>
                </a:lnTo>
                <a:lnTo>
                  <a:pt x="5706359" y="4121532"/>
                </a:lnTo>
                <a:cubicBezTo>
                  <a:pt x="5491360" y="4341659"/>
                  <a:pt x="5223849" y="4553996"/>
                  <a:pt x="4944692" y="4775532"/>
                </a:cubicBezTo>
                <a:cubicBezTo>
                  <a:pt x="4876021" y="4829964"/>
                  <a:pt x="4805079" y="4886320"/>
                  <a:pt x="4734137" y="4943362"/>
                </a:cubicBezTo>
                <a:cubicBezTo>
                  <a:pt x="4099133" y="5453857"/>
                  <a:pt x="3635672" y="5788550"/>
                  <a:pt x="3004009" y="5788550"/>
                </a:cubicBezTo>
                <a:cubicBezTo>
                  <a:pt x="2041550" y="5788550"/>
                  <a:pt x="1359922" y="5377707"/>
                  <a:pt x="724917" y="4414722"/>
                </a:cubicBezTo>
                <a:cubicBezTo>
                  <a:pt x="641818" y="4288679"/>
                  <a:pt x="560588" y="4174046"/>
                  <a:pt x="482031" y="4063258"/>
                </a:cubicBezTo>
                <a:cubicBezTo>
                  <a:pt x="156446" y="3603895"/>
                  <a:pt x="0" y="3365006"/>
                  <a:pt x="0" y="2955950"/>
                </a:cubicBezTo>
                <a:cubicBezTo>
                  <a:pt x="0" y="2549782"/>
                  <a:pt x="98062" y="2148559"/>
                  <a:pt x="291250" y="1763422"/>
                </a:cubicBezTo>
                <a:cubicBezTo>
                  <a:pt x="480295" y="1386666"/>
                  <a:pt x="750568" y="1041802"/>
                  <a:pt x="1094457" y="738720"/>
                </a:cubicBezTo>
                <a:cubicBezTo>
                  <a:pt x="1432467" y="440725"/>
                  <a:pt x="1833935" y="194963"/>
                  <a:pt x="2255713" y="28095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39" name="Freeform: Shape 1038">
            <a:extLst>
              <a:ext uri="{FF2B5EF4-FFF2-40B4-BE49-F238E27FC236}">
                <a16:creationId xmlns:a16="http://schemas.microsoft.com/office/drawing/2014/main" id="{2348ECDC-D455-4B71-90F6-2ECC12B79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23734" y="0"/>
            <a:ext cx="5568114" cy="5577748"/>
          </a:xfrm>
          <a:custGeom>
            <a:avLst/>
            <a:gdLst>
              <a:gd name="connsiteX0" fmla="*/ 2959946 w 5568114"/>
              <a:gd name="connsiteY0" fmla="*/ 0 h 5577748"/>
              <a:gd name="connsiteX1" fmla="*/ 3614224 w 5568114"/>
              <a:gd name="connsiteY1" fmla="*/ 0 h 5577748"/>
              <a:gd name="connsiteX2" fmla="*/ 3844432 w 5568114"/>
              <a:gd name="connsiteY2" fmla="*/ 36392 h 5577748"/>
              <a:gd name="connsiteX3" fmla="*/ 4336826 w 5568114"/>
              <a:gd name="connsiteY3" fmla="*/ 203778 h 5577748"/>
              <a:gd name="connsiteX4" fmla="*/ 5093304 w 5568114"/>
              <a:gd name="connsiteY4" fmla="*/ 806978 h 5577748"/>
              <a:gd name="connsiteX5" fmla="*/ 5496656 w 5568114"/>
              <a:gd name="connsiteY5" fmla="*/ 1495125 h 5577748"/>
              <a:gd name="connsiteX6" fmla="*/ 5568114 w 5568114"/>
              <a:gd name="connsiteY6" fmla="*/ 1692569 h 5577748"/>
              <a:gd name="connsiteX7" fmla="*/ 5568114 w 5568114"/>
              <a:gd name="connsiteY7" fmla="*/ 3665503 h 5577748"/>
              <a:gd name="connsiteX8" fmla="*/ 5466225 w 5568114"/>
              <a:gd name="connsiteY8" fmla="*/ 3819786 h 5577748"/>
              <a:gd name="connsiteX9" fmla="*/ 4579336 w 5568114"/>
              <a:gd name="connsiteY9" fmla="*/ 4635686 h 5577748"/>
              <a:gd name="connsiteX10" fmla="*/ 4384340 w 5568114"/>
              <a:gd name="connsiteY10" fmla="*/ 4791760 h 5577748"/>
              <a:gd name="connsiteX11" fmla="*/ 2782048 w 5568114"/>
              <a:gd name="connsiteY11" fmla="*/ 5577748 h 5577748"/>
              <a:gd name="connsiteX12" fmla="*/ 671354 w 5568114"/>
              <a:gd name="connsiteY12" fmla="*/ 4300148 h 5577748"/>
              <a:gd name="connsiteX13" fmla="*/ 446415 w 5568114"/>
              <a:gd name="connsiteY13" fmla="*/ 3973302 h 5577748"/>
              <a:gd name="connsiteX14" fmla="*/ 0 w 5568114"/>
              <a:gd name="connsiteY14" fmla="*/ 2943554 h 5577748"/>
              <a:gd name="connsiteX15" fmla="*/ 269730 w 5568114"/>
              <a:gd name="connsiteY15" fmla="*/ 1834555 h 5577748"/>
              <a:gd name="connsiteX16" fmla="*/ 1013589 w 5568114"/>
              <a:gd name="connsiteY16" fmla="*/ 881627 h 5577748"/>
              <a:gd name="connsiteX17" fmla="*/ 2089042 w 5568114"/>
              <a:gd name="connsiteY17" fmla="*/ 220777 h 5577748"/>
              <a:gd name="connsiteX18" fmla="*/ 2845684 w 5568114"/>
              <a:gd name="connsiteY18" fmla="*/ 14234 h 5577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568114" h="5577748">
                <a:moveTo>
                  <a:pt x="2959946" y="0"/>
                </a:moveTo>
                <a:lnTo>
                  <a:pt x="3614224" y="0"/>
                </a:lnTo>
                <a:lnTo>
                  <a:pt x="3844432" y="36392"/>
                </a:lnTo>
                <a:cubicBezTo>
                  <a:pt x="4017699" y="73748"/>
                  <a:pt x="4182227" y="129639"/>
                  <a:pt x="4336826" y="203778"/>
                </a:cubicBezTo>
                <a:cubicBezTo>
                  <a:pt x="4626600" y="342850"/>
                  <a:pt x="4881111" y="545834"/>
                  <a:pt x="5093304" y="806978"/>
                </a:cubicBezTo>
                <a:cubicBezTo>
                  <a:pt x="5255931" y="1007198"/>
                  <a:pt x="5391154" y="1239036"/>
                  <a:pt x="5496656" y="1495125"/>
                </a:cubicBezTo>
                <a:lnTo>
                  <a:pt x="5568114" y="1692569"/>
                </a:lnTo>
                <a:lnTo>
                  <a:pt x="5568114" y="3665503"/>
                </a:lnTo>
                <a:lnTo>
                  <a:pt x="5466225" y="3819786"/>
                </a:lnTo>
                <a:cubicBezTo>
                  <a:pt x="5249576" y="4101511"/>
                  <a:pt x="4924044" y="4360994"/>
                  <a:pt x="4579336" y="4635686"/>
                </a:cubicBezTo>
                <a:cubicBezTo>
                  <a:pt x="4515738" y="4686305"/>
                  <a:pt x="4450038" y="4738713"/>
                  <a:pt x="4384340" y="4791760"/>
                </a:cubicBezTo>
                <a:cubicBezTo>
                  <a:pt x="3796254" y="5266498"/>
                  <a:pt x="3367038" y="5577748"/>
                  <a:pt x="2782048" y="5577748"/>
                </a:cubicBezTo>
                <a:cubicBezTo>
                  <a:pt x="1890703" y="5577748"/>
                  <a:pt x="1259439" y="5195682"/>
                  <a:pt x="671354" y="4300148"/>
                </a:cubicBezTo>
                <a:cubicBezTo>
                  <a:pt x="594395" y="4182934"/>
                  <a:pt x="519167" y="4076330"/>
                  <a:pt x="446415" y="3973302"/>
                </a:cubicBezTo>
                <a:cubicBezTo>
                  <a:pt x="144886" y="3546115"/>
                  <a:pt x="0" y="3323958"/>
                  <a:pt x="0" y="2943554"/>
                </a:cubicBezTo>
                <a:cubicBezTo>
                  <a:pt x="0" y="2565835"/>
                  <a:pt x="90816" y="2192716"/>
                  <a:pt x="269730" y="1834555"/>
                </a:cubicBezTo>
                <a:cubicBezTo>
                  <a:pt x="444806" y="1484188"/>
                  <a:pt x="695109" y="1163480"/>
                  <a:pt x="1013589" y="881627"/>
                </a:cubicBezTo>
                <a:cubicBezTo>
                  <a:pt x="1326624" y="604505"/>
                  <a:pt x="1698428" y="375956"/>
                  <a:pt x="2089042" y="220777"/>
                </a:cubicBezTo>
                <a:cubicBezTo>
                  <a:pt x="2339747" y="120996"/>
                  <a:pt x="2592918" y="51971"/>
                  <a:pt x="2845684" y="1423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1028" name="Picture 4" descr="Warning Sign - Danger Alert – Royalty-Free Vector | VectorStock">
            <a:extLst>
              <a:ext uri="{FF2B5EF4-FFF2-40B4-BE49-F238E27FC236}">
                <a16:creationId xmlns:a16="http://schemas.microsoft.com/office/drawing/2014/main" id="{06658DE3-BB0F-2334-C57F-386DE5E46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673130" y="1484408"/>
            <a:ext cx="3774974" cy="239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07728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9B1CA7D-FD9E-F799-27F5-77792F964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Docker </a:t>
            </a:r>
            <a:r>
              <a:rPr lang="pl-PL" dirty="0" err="1"/>
              <a:t>compose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E7F7CA6-3AE2-40B9-7BC5-E4FCA15BA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Docker Compose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pozwala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opisać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całe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lokalne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środowisko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uruchomieniowe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w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jednym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pliku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YAML.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Zamiast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startować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każdy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kontener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osobno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definiujemy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zestaw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usług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oraz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relacje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między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nimi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pl-PL" sz="1800" dirty="0">
              <a:effectLst/>
              <a:latin typeface="Aptos" panose="020B0004020202020204" pitchFamily="34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W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praktyce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Compose jest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wygodne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gdy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aplikacja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składa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się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z co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najmniej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dwóch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warstw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na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przykład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frontend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lub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backend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webowy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oraz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baza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danych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.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Dzięki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temu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studenci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pracują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na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spójnym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środowisku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które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łatwo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uruchomić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zatrzymać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i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odtworzyć</a:t>
            </a:r>
            <a:r>
              <a:rPr lang="en-US" sz="18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endParaRPr lang="pl-PL" sz="1800" dirty="0">
              <a:effectLst/>
              <a:latin typeface="Aptos" panose="020B0004020202020204" pitchFamily="34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5197470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EEB64FC-8371-E2D5-3B2F-1F9133301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Docker </a:t>
            </a:r>
            <a:r>
              <a:rPr lang="pl-PL" dirty="0" err="1"/>
              <a:t>compose</a:t>
            </a:r>
            <a:r>
              <a:rPr lang="pl-PL" dirty="0"/>
              <a:t> – najważniejsze pojęcia </a:t>
            </a:r>
          </a:p>
        </p:txBody>
      </p:sp>
      <p:graphicFrame>
        <p:nvGraphicFramePr>
          <p:cNvPr id="4" name="Symbol zastępczy zawartości 3">
            <a:extLst>
              <a:ext uri="{FF2B5EF4-FFF2-40B4-BE49-F238E27FC236}">
                <a16:creationId xmlns:a16="http://schemas.microsoft.com/office/drawing/2014/main" id="{493D5A9E-A16E-200F-13CA-78614E5E93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6638186"/>
              </p:ext>
            </p:extLst>
          </p:nvPr>
        </p:nvGraphicFramePr>
        <p:xfrm>
          <a:off x="1920875" y="2312988"/>
          <a:ext cx="8769350" cy="365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6354735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CEB0455-247F-C8B2-74E7-1EA9B52CE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Razem 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3088BF3C-D98C-2C0F-AE32-4622FF6E7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305" y="2520778"/>
            <a:ext cx="6116595" cy="4077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119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953CD91-0C1D-3206-916C-BBB5905EF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Architektura Docker </a:t>
            </a:r>
            <a:r>
              <a:rPr lang="pl-PL" dirty="0" err="1"/>
              <a:t>compose</a:t>
            </a:r>
            <a:endParaRPr lang="pl-PL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46969030-8CFB-9A58-22E6-FD836F9A1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359453"/>
            <a:ext cx="6250459" cy="4166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7583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0CA184B6-3482-4F43-87F0-BC765DCFD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C869923-8380-4244-9548-802C33063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6255F2-BC67-4DDE-B34E-AC4BA21838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55169443-FCCD-4C0A-8C69-18CD3FA09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AC8EEB0F-BA72-49AC-956F-331B60FDE7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BE70332-ECAF-47BB-8C7B-BD049452F6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0158" y="1068946"/>
            <a:ext cx="4960104" cy="4735506"/>
          </a:xfrm>
          <a:custGeom>
            <a:avLst/>
            <a:gdLst>
              <a:gd name="connsiteX0" fmla="*/ 2180840 w 3810827"/>
              <a:gd name="connsiteY0" fmla="*/ 0 h 3634591"/>
              <a:gd name="connsiteX1" fmla="*/ 2866380 w 3810827"/>
              <a:gd name="connsiteY1" fmla="*/ 145165 h 3634591"/>
              <a:gd name="connsiteX2" fmla="*/ 3366366 w 3810827"/>
              <a:gd name="connsiteY2" fmla="*/ 536835 h 3634591"/>
              <a:gd name="connsiteX3" fmla="*/ 3810827 w 3810827"/>
              <a:gd name="connsiteY3" fmla="*/ 1924156 h 3634591"/>
              <a:gd name="connsiteX4" fmla="*/ 3612844 w 3810827"/>
              <a:gd name="connsiteY4" fmla="*/ 2493111 h 3634591"/>
              <a:gd name="connsiteX5" fmla="*/ 3026664 w 3810827"/>
              <a:gd name="connsiteY5" fmla="*/ 3022891 h 3634591"/>
              <a:gd name="connsiteX6" fmla="*/ 2897783 w 3810827"/>
              <a:gd name="connsiteY6" fmla="*/ 3124233 h 3634591"/>
              <a:gd name="connsiteX7" fmla="*/ 1838765 w 3810827"/>
              <a:gd name="connsiteY7" fmla="*/ 3634591 h 3634591"/>
              <a:gd name="connsiteX8" fmla="*/ 443724 w 3810827"/>
              <a:gd name="connsiteY8" fmla="*/ 2805020 h 3634591"/>
              <a:gd name="connsiteX9" fmla="*/ 295053 w 3810827"/>
              <a:gd name="connsiteY9" fmla="*/ 2592792 h 3634591"/>
              <a:gd name="connsiteX10" fmla="*/ 0 w 3810827"/>
              <a:gd name="connsiteY10" fmla="*/ 1924156 h 3634591"/>
              <a:gd name="connsiteX11" fmla="*/ 178275 w 3810827"/>
              <a:gd name="connsiteY11" fmla="*/ 1204061 h 3634591"/>
              <a:gd name="connsiteX12" fmla="*/ 669921 w 3810827"/>
              <a:gd name="connsiteY12" fmla="*/ 585306 h 3634591"/>
              <a:gd name="connsiteX13" fmla="*/ 1380730 w 3810827"/>
              <a:gd name="connsiteY13" fmla="*/ 156203 h 3634591"/>
              <a:gd name="connsiteX14" fmla="*/ 2180840 w 3810827"/>
              <a:gd name="connsiteY14" fmla="*/ 0 h 36345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810827" h="3634591">
                <a:moveTo>
                  <a:pt x="2180840" y="0"/>
                </a:moveTo>
                <a:cubicBezTo>
                  <a:pt x="2431406" y="0"/>
                  <a:pt x="2662018" y="48886"/>
                  <a:pt x="2866380" y="145165"/>
                </a:cubicBezTo>
                <a:cubicBezTo>
                  <a:pt x="3057903" y="235467"/>
                  <a:pt x="3226119" y="367269"/>
                  <a:pt x="3366366" y="536835"/>
                </a:cubicBezTo>
                <a:cubicBezTo>
                  <a:pt x="3652997" y="883519"/>
                  <a:pt x="3810827" y="1376199"/>
                  <a:pt x="3810827" y="1924156"/>
                </a:cubicBezTo>
                <a:cubicBezTo>
                  <a:pt x="3810827" y="2142775"/>
                  <a:pt x="3749739" y="2318234"/>
                  <a:pt x="3612844" y="2493111"/>
                </a:cubicBezTo>
                <a:cubicBezTo>
                  <a:pt x="3469652" y="2676041"/>
                  <a:pt x="3254495" y="2844528"/>
                  <a:pt x="3026664" y="3022891"/>
                </a:cubicBezTo>
                <a:cubicBezTo>
                  <a:pt x="2984630" y="3055759"/>
                  <a:pt x="2941206" y="3089789"/>
                  <a:pt x="2897783" y="3124233"/>
                </a:cubicBezTo>
                <a:cubicBezTo>
                  <a:pt x="2509094" y="3432490"/>
                  <a:pt x="2225408" y="3634591"/>
                  <a:pt x="1838765" y="3634591"/>
                </a:cubicBezTo>
                <a:cubicBezTo>
                  <a:pt x="1249640" y="3634591"/>
                  <a:pt x="832413" y="3386508"/>
                  <a:pt x="443724" y="2805020"/>
                </a:cubicBezTo>
                <a:cubicBezTo>
                  <a:pt x="392859" y="2728910"/>
                  <a:pt x="343138" y="2659690"/>
                  <a:pt x="295053" y="2592792"/>
                </a:cubicBezTo>
                <a:cubicBezTo>
                  <a:pt x="95761" y="2315411"/>
                  <a:pt x="0" y="2171160"/>
                  <a:pt x="0" y="1924156"/>
                </a:cubicBezTo>
                <a:cubicBezTo>
                  <a:pt x="0" y="1678896"/>
                  <a:pt x="60024" y="1436622"/>
                  <a:pt x="178275" y="1204061"/>
                </a:cubicBezTo>
                <a:cubicBezTo>
                  <a:pt x="293990" y="976561"/>
                  <a:pt x="459425" y="768319"/>
                  <a:pt x="669921" y="585306"/>
                </a:cubicBezTo>
                <a:cubicBezTo>
                  <a:pt x="876818" y="405365"/>
                  <a:pt x="1122558" y="256964"/>
                  <a:pt x="1380730" y="156203"/>
                </a:cubicBezTo>
                <a:cubicBezTo>
                  <a:pt x="1645852" y="52539"/>
                  <a:pt x="1915145" y="0"/>
                  <a:pt x="2180840" y="0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716D9361-A35A-4DC8-AAB9-04FD2D6FEE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792" y="912854"/>
            <a:ext cx="5298208" cy="5032292"/>
          </a:xfrm>
          <a:custGeom>
            <a:avLst/>
            <a:gdLst>
              <a:gd name="connsiteX0" fmla="*/ 2180840 w 3810827"/>
              <a:gd name="connsiteY0" fmla="*/ 0 h 3634591"/>
              <a:gd name="connsiteX1" fmla="*/ 2866380 w 3810827"/>
              <a:gd name="connsiteY1" fmla="*/ 145165 h 3634591"/>
              <a:gd name="connsiteX2" fmla="*/ 3366366 w 3810827"/>
              <a:gd name="connsiteY2" fmla="*/ 536835 h 3634591"/>
              <a:gd name="connsiteX3" fmla="*/ 3810827 w 3810827"/>
              <a:gd name="connsiteY3" fmla="*/ 1924156 h 3634591"/>
              <a:gd name="connsiteX4" fmla="*/ 3612844 w 3810827"/>
              <a:gd name="connsiteY4" fmla="*/ 2493111 h 3634591"/>
              <a:gd name="connsiteX5" fmla="*/ 3026664 w 3810827"/>
              <a:gd name="connsiteY5" fmla="*/ 3022891 h 3634591"/>
              <a:gd name="connsiteX6" fmla="*/ 2897783 w 3810827"/>
              <a:gd name="connsiteY6" fmla="*/ 3124233 h 3634591"/>
              <a:gd name="connsiteX7" fmla="*/ 1838765 w 3810827"/>
              <a:gd name="connsiteY7" fmla="*/ 3634591 h 3634591"/>
              <a:gd name="connsiteX8" fmla="*/ 443724 w 3810827"/>
              <a:gd name="connsiteY8" fmla="*/ 2805020 h 3634591"/>
              <a:gd name="connsiteX9" fmla="*/ 295053 w 3810827"/>
              <a:gd name="connsiteY9" fmla="*/ 2592792 h 3634591"/>
              <a:gd name="connsiteX10" fmla="*/ 0 w 3810827"/>
              <a:gd name="connsiteY10" fmla="*/ 1924156 h 3634591"/>
              <a:gd name="connsiteX11" fmla="*/ 178275 w 3810827"/>
              <a:gd name="connsiteY11" fmla="*/ 1204061 h 3634591"/>
              <a:gd name="connsiteX12" fmla="*/ 669921 w 3810827"/>
              <a:gd name="connsiteY12" fmla="*/ 585306 h 3634591"/>
              <a:gd name="connsiteX13" fmla="*/ 1380730 w 3810827"/>
              <a:gd name="connsiteY13" fmla="*/ 156203 h 3634591"/>
              <a:gd name="connsiteX14" fmla="*/ 2180840 w 3810827"/>
              <a:gd name="connsiteY14" fmla="*/ 0 h 36345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810827" h="3634591">
                <a:moveTo>
                  <a:pt x="2180840" y="0"/>
                </a:moveTo>
                <a:cubicBezTo>
                  <a:pt x="2431406" y="0"/>
                  <a:pt x="2662018" y="48886"/>
                  <a:pt x="2866380" y="145165"/>
                </a:cubicBezTo>
                <a:cubicBezTo>
                  <a:pt x="3057903" y="235467"/>
                  <a:pt x="3226119" y="367269"/>
                  <a:pt x="3366366" y="536835"/>
                </a:cubicBezTo>
                <a:cubicBezTo>
                  <a:pt x="3652997" y="883519"/>
                  <a:pt x="3810827" y="1376199"/>
                  <a:pt x="3810827" y="1924156"/>
                </a:cubicBezTo>
                <a:cubicBezTo>
                  <a:pt x="3810827" y="2142775"/>
                  <a:pt x="3749739" y="2318234"/>
                  <a:pt x="3612844" y="2493111"/>
                </a:cubicBezTo>
                <a:cubicBezTo>
                  <a:pt x="3469652" y="2676041"/>
                  <a:pt x="3254495" y="2844528"/>
                  <a:pt x="3026664" y="3022891"/>
                </a:cubicBezTo>
                <a:cubicBezTo>
                  <a:pt x="2984630" y="3055759"/>
                  <a:pt x="2941206" y="3089789"/>
                  <a:pt x="2897783" y="3124233"/>
                </a:cubicBezTo>
                <a:cubicBezTo>
                  <a:pt x="2509094" y="3432490"/>
                  <a:pt x="2225408" y="3634591"/>
                  <a:pt x="1838765" y="3634591"/>
                </a:cubicBezTo>
                <a:cubicBezTo>
                  <a:pt x="1249640" y="3634591"/>
                  <a:pt x="832413" y="3386508"/>
                  <a:pt x="443724" y="2805020"/>
                </a:cubicBezTo>
                <a:cubicBezTo>
                  <a:pt x="392859" y="2728910"/>
                  <a:pt x="343138" y="2659690"/>
                  <a:pt x="295053" y="2592792"/>
                </a:cubicBezTo>
                <a:cubicBezTo>
                  <a:pt x="95761" y="2315411"/>
                  <a:pt x="0" y="2171160"/>
                  <a:pt x="0" y="1924156"/>
                </a:cubicBezTo>
                <a:cubicBezTo>
                  <a:pt x="0" y="1678896"/>
                  <a:pt x="60024" y="1436622"/>
                  <a:pt x="178275" y="1204061"/>
                </a:cubicBezTo>
                <a:cubicBezTo>
                  <a:pt x="293990" y="976561"/>
                  <a:pt x="459425" y="768319"/>
                  <a:pt x="669921" y="585306"/>
                </a:cubicBezTo>
                <a:cubicBezTo>
                  <a:pt x="876818" y="405365"/>
                  <a:pt x="1122558" y="256964"/>
                  <a:pt x="1380730" y="156203"/>
                </a:cubicBezTo>
                <a:cubicBezTo>
                  <a:pt x="1645852" y="52539"/>
                  <a:pt x="1915145" y="0"/>
                  <a:pt x="2180840" y="0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7FC31AD-FBB3-4219-A758-D6F7594A0A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7583" y="1197735"/>
            <a:ext cx="4641209" cy="4474618"/>
          </a:xfrm>
          <a:custGeom>
            <a:avLst/>
            <a:gdLst>
              <a:gd name="connsiteX0" fmla="*/ 2180840 w 3810827"/>
              <a:gd name="connsiteY0" fmla="*/ 0 h 3634591"/>
              <a:gd name="connsiteX1" fmla="*/ 2866380 w 3810827"/>
              <a:gd name="connsiteY1" fmla="*/ 145165 h 3634591"/>
              <a:gd name="connsiteX2" fmla="*/ 3366366 w 3810827"/>
              <a:gd name="connsiteY2" fmla="*/ 536835 h 3634591"/>
              <a:gd name="connsiteX3" fmla="*/ 3810827 w 3810827"/>
              <a:gd name="connsiteY3" fmla="*/ 1924156 h 3634591"/>
              <a:gd name="connsiteX4" fmla="*/ 3612844 w 3810827"/>
              <a:gd name="connsiteY4" fmla="*/ 2493111 h 3634591"/>
              <a:gd name="connsiteX5" fmla="*/ 3026664 w 3810827"/>
              <a:gd name="connsiteY5" fmla="*/ 3022891 h 3634591"/>
              <a:gd name="connsiteX6" fmla="*/ 2897783 w 3810827"/>
              <a:gd name="connsiteY6" fmla="*/ 3124233 h 3634591"/>
              <a:gd name="connsiteX7" fmla="*/ 1838765 w 3810827"/>
              <a:gd name="connsiteY7" fmla="*/ 3634591 h 3634591"/>
              <a:gd name="connsiteX8" fmla="*/ 443724 w 3810827"/>
              <a:gd name="connsiteY8" fmla="*/ 2805020 h 3634591"/>
              <a:gd name="connsiteX9" fmla="*/ 295053 w 3810827"/>
              <a:gd name="connsiteY9" fmla="*/ 2592792 h 3634591"/>
              <a:gd name="connsiteX10" fmla="*/ 0 w 3810827"/>
              <a:gd name="connsiteY10" fmla="*/ 1924156 h 3634591"/>
              <a:gd name="connsiteX11" fmla="*/ 178275 w 3810827"/>
              <a:gd name="connsiteY11" fmla="*/ 1204061 h 3634591"/>
              <a:gd name="connsiteX12" fmla="*/ 669921 w 3810827"/>
              <a:gd name="connsiteY12" fmla="*/ 585306 h 3634591"/>
              <a:gd name="connsiteX13" fmla="*/ 1380730 w 3810827"/>
              <a:gd name="connsiteY13" fmla="*/ 156203 h 3634591"/>
              <a:gd name="connsiteX14" fmla="*/ 2180840 w 3810827"/>
              <a:gd name="connsiteY14" fmla="*/ 0 h 36345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810827" h="3634591">
                <a:moveTo>
                  <a:pt x="2180840" y="0"/>
                </a:moveTo>
                <a:cubicBezTo>
                  <a:pt x="2431406" y="0"/>
                  <a:pt x="2662018" y="48886"/>
                  <a:pt x="2866380" y="145165"/>
                </a:cubicBezTo>
                <a:cubicBezTo>
                  <a:pt x="3057903" y="235467"/>
                  <a:pt x="3226119" y="367269"/>
                  <a:pt x="3366366" y="536835"/>
                </a:cubicBezTo>
                <a:cubicBezTo>
                  <a:pt x="3652997" y="883519"/>
                  <a:pt x="3810827" y="1376199"/>
                  <a:pt x="3810827" y="1924156"/>
                </a:cubicBezTo>
                <a:cubicBezTo>
                  <a:pt x="3810827" y="2142775"/>
                  <a:pt x="3749739" y="2318234"/>
                  <a:pt x="3612844" y="2493111"/>
                </a:cubicBezTo>
                <a:cubicBezTo>
                  <a:pt x="3469652" y="2676041"/>
                  <a:pt x="3254495" y="2844528"/>
                  <a:pt x="3026664" y="3022891"/>
                </a:cubicBezTo>
                <a:cubicBezTo>
                  <a:pt x="2984630" y="3055759"/>
                  <a:pt x="2941206" y="3089789"/>
                  <a:pt x="2897783" y="3124233"/>
                </a:cubicBezTo>
                <a:cubicBezTo>
                  <a:pt x="2509094" y="3432490"/>
                  <a:pt x="2225408" y="3634591"/>
                  <a:pt x="1838765" y="3634591"/>
                </a:cubicBezTo>
                <a:cubicBezTo>
                  <a:pt x="1249640" y="3634591"/>
                  <a:pt x="832413" y="3386508"/>
                  <a:pt x="443724" y="2805020"/>
                </a:cubicBezTo>
                <a:cubicBezTo>
                  <a:pt x="392859" y="2728910"/>
                  <a:pt x="343138" y="2659690"/>
                  <a:pt x="295053" y="2592792"/>
                </a:cubicBezTo>
                <a:cubicBezTo>
                  <a:pt x="95761" y="2315411"/>
                  <a:pt x="0" y="2171160"/>
                  <a:pt x="0" y="1924156"/>
                </a:cubicBezTo>
                <a:cubicBezTo>
                  <a:pt x="0" y="1678896"/>
                  <a:pt x="60024" y="1436622"/>
                  <a:pt x="178275" y="1204061"/>
                </a:cubicBezTo>
                <a:cubicBezTo>
                  <a:pt x="293990" y="976561"/>
                  <a:pt x="459425" y="768319"/>
                  <a:pt x="669921" y="585306"/>
                </a:cubicBezTo>
                <a:cubicBezTo>
                  <a:pt x="876818" y="405365"/>
                  <a:pt x="1122558" y="256964"/>
                  <a:pt x="1380730" y="156203"/>
                </a:cubicBezTo>
                <a:cubicBezTo>
                  <a:pt x="1645852" y="52539"/>
                  <a:pt x="1915145" y="0"/>
                  <a:pt x="2180840" y="0"/>
                </a:cubicBezTo>
                <a:close/>
              </a:path>
            </a:pathLst>
          </a:cu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74DA309D-EA8E-C471-F94D-71927AD91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0184" y="1895742"/>
            <a:ext cx="4960104" cy="2362673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US" sz="3700" dirty="0" err="1"/>
              <a:t>Przykładowy</a:t>
            </a:r>
            <a:r>
              <a:rPr lang="en-US" sz="3700" dirty="0"/>
              <a:t> </a:t>
            </a:r>
            <a:r>
              <a:rPr lang="en-US" sz="3700" dirty="0" err="1"/>
              <a:t>plik</a:t>
            </a:r>
            <a:r>
              <a:rPr lang="en-US" sz="3700" dirty="0"/>
              <a:t> docker-</a:t>
            </a:r>
            <a:r>
              <a:rPr lang="en-US" sz="3700" dirty="0" err="1"/>
              <a:t>compose.yaml</a:t>
            </a:r>
            <a:endParaRPr lang="en-US" sz="3700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DD7931AF-7324-F7A8-D130-938503326A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851023"/>
              </p:ext>
            </p:extLst>
          </p:nvPr>
        </p:nvGraphicFramePr>
        <p:xfrm>
          <a:off x="6980760" y="965200"/>
          <a:ext cx="4130437" cy="5393542"/>
        </p:xfrm>
        <a:graphic>
          <a:graphicData uri="http://schemas.openxmlformats.org/drawingml/2006/table">
            <a:tbl>
              <a:tblPr firstRow="1" firstCol="1" bandRow="1"/>
              <a:tblGrid>
                <a:gridCol w="4130437">
                  <a:extLst>
                    <a:ext uri="{9D8B030D-6E8A-4147-A177-3AD203B41FA5}">
                      <a16:colId xmlns:a16="http://schemas.microsoft.com/office/drawing/2014/main" val="2022468534"/>
                    </a:ext>
                  </a:extLst>
                </a:gridCol>
              </a:tblGrid>
              <a:tr h="4927600">
                <a:tc>
                  <a:txBody>
                    <a:bodyPr/>
                    <a:lstStyle/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services: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web: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build: ./web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ports: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  - "8000:8000"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environment: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  DB_HOST: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db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  DB_NAME: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appdb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  DB_USER: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appuser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  DB_PASSWORD: secret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depends_on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: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  -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db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 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db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: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image: postgres:16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environment: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  POSTGRES_DB: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appdb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  POSTGRES_USER: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appuser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  POSTGRES_PASSWORD: secret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volumes: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  -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pgdata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:/var/lib/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postgresql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/data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 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volumes: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pgdata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: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 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networks: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default: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109728" marR="109728" algn="l" fontAlgn="t">
                        <a:lnSpc>
                          <a:spcPct val="115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    name: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szkolenie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MS Mincho" panose="02020609040205080304" pitchFamily="49" charset="-128"/>
                          <a:cs typeface="Times New Roman" panose="02020603050405020304" pitchFamily="18" charset="0"/>
                        </a:rPr>
                        <a:t>-compose-net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6069" marR="56069" marT="48059" marB="48059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65529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852017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az 5">
            <a:extLst>
              <a:ext uri="{FF2B5EF4-FFF2-40B4-BE49-F238E27FC236}">
                <a16:creationId xmlns:a16="http://schemas.microsoft.com/office/drawing/2014/main" id="{5CCFC799-E64B-6F61-1A68-C946B50E7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635" y="313709"/>
            <a:ext cx="4288354" cy="6432531"/>
          </a:xfrm>
          <a:prstGeom prst="rect">
            <a:avLst/>
          </a:prstGeom>
        </p:spPr>
      </p:pic>
      <p:sp>
        <p:nvSpPr>
          <p:cNvPr id="8" name="pole tekstowe 7">
            <a:extLst>
              <a:ext uri="{FF2B5EF4-FFF2-40B4-BE49-F238E27FC236}">
                <a16:creationId xmlns:a16="http://schemas.microsoft.com/office/drawing/2014/main" id="{47A81EE4-F440-1AAF-0E91-EB3161711F66}"/>
              </a:ext>
            </a:extLst>
          </p:cNvPr>
          <p:cNvSpPr txBox="1"/>
          <p:nvPr/>
        </p:nvSpPr>
        <p:spPr>
          <a:xfrm>
            <a:off x="395405" y="313710"/>
            <a:ext cx="4613475" cy="643253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services: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web: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build: ./web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ports: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  - "8000:8000"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environment: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  DB_HOST: 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db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  DB_NAME: 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appdb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  DB_USER: 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appuser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  DB_PASSWORD: secret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depends_on</a:t>
            </a: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: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  - 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db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 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db</a:t>
            </a: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: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image: postgres:16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environment: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  POSTGRES_DB: 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appdb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  POSTGRES_USER: 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appuser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  POSTGRES_PASSWORD: secret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volumes: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  - 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pgdata</a:t>
            </a: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:/var/lib/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postgresql</a:t>
            </a: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/data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 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volumes: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pgdata</a:t>
            </a: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: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 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networks: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default: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algn="l" fontAlgn="t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    name: 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szkolenie</a:t>
            </a: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S Mincho" panose="02020609040205080304" pitchFamily="49" charset="-128"/>
                <a:cs typeface="Times New Roman" panose="02020603050405020304" pitchFamily="18" charset="0"/>
              </a:rPr>
              <a:t>-compose-net</a:t>
            </a:r>
            <a:endParaRPr lang="en-US" sz="1000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0" name="Strzałka w lewo i prawo 9">
            <a:extLst>
              <a:ext uri="{FF2B5EF4-FFF2-40B4-BE49-F238E27FC236}">
                <a16:creationId xmlns:a16="http://schemas.microsoft.com/office/drawing/2014/main" id="{B53F0691-E431-E94A-ACB4-8FE0EABA2049}"/>
              </a:ext>
            </a:extLst>
          </p:cNvPr>
          <p:cNvSpPr/>
          <p:nvPr/>
        </p:nvSpPr>
        <p:spPr>
          <a:xfrm>
            <a:off x="3251201" y="1813560"/>
            <a:ext cx="3664434" cy="73152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44699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C52C41-8E8A-DA6E-7E6E-23AF5A3AE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Komendy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EE462545-E4F8-413A-242D-14165BE0A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6284576"/>
              </p:ext>
            </p:extLst>
          </p:nvPr>
        </p:nvGraphicFramePr>
        <p:xfrm>
          <a:off x="1920240" y="2550160"/>
          <a:ext cx="8770571" cy="3576320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2367280">
                  <a:extLst>
                    <a:ext uri="{9D8B030D-6E8A-4147-A177-3AD203B41FA5}">
                      <a16:colId xmlns:a16="http://schemas.microsoft.com/office/drawing/2014/main" val="391121569"/>
                    </a:ext>
                  </a:extLst>
                </a:gridCol>
                <a:gridCol w="6403291">
                  <a:extLst>
                    <a:ext uri="{9D8B030D-6E8A-4147-A177-3AD203B41FA5}">
                      <a16:colId xmlns:a16="http://schemas.microsoft.com/office/drawing/2014/main" val="1940571728"/>
                    </a:ext>
                  </a:extLst>
                </a:gridCol>
              </a:tblGrid>
              <a:tr h="50891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effectLst/>
                        </a:rPr>
                        <a:t>Komenda</a:t>
                      </a:r>
                      <a:endParaRPr lang="pl-PL" sz="1100">
                        <a:effectLst/>
                        <a:latin typeface="Aptos" panose="020B00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63500" marB="6350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effectLst/>
                        </a:rPr>
                        <a:t>Zastosowanie</a:t>
                      </a:r>
                      <a:endParaRPr lang="pl-PL" sz="1100" dirty="0">
                        <a:effectLst/>
                        <a:latin typeface="Aptos" panose="020B00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76200" marR="76200" marT="63500" marB="63500"/>
                </a:tc>
                <a:extLst>
                  <a:ext uri="{0D108BD9-81ED-4DB2-BD59-A6C34878D82A}">
                    <a16:rowId xmlns:a16="http://schemas.microsoft.com/office/drawing/2014/main" val="916542663"/>
                  </a:ext>
                </a:extLst>
              </a:tr>
              <a:tr h="488299">
                <a:tc>
                  <a:txBody>
                    <a:bodyPr/>
                    <a:lstStyle/>
                    <a:p>
                      <a:pPr marL="107950" marR="107950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900" dirty="0">
                          <a:effectLst/>
                        </a:rPr>
                        <a:t>docker compose up -d</a:t>
                      </a:r>
                      <a:endParaRPr lang="pl-PL" sz="900" dirty="0">
                        <a:effectLst/>
                        <a:latin typeface="Consolas" panose="020B0609020204030204" pitchFamily="49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9850" marR="69850" marT="57150" marB="5715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effectLst/>
                        </a:rPr>
                        <a:t>uruchamia środowisko w tle</a:t>
                      </a:r>
                      <a:endParaRPr lang="pl-PL" sz="1100">
                        <a:effectLst/>
                        <a:latin typeface="Aptos" panose="020B00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9850" marR="69850" marT="57150" marB="57150"/>
                </a:tc>
                <a:extLst>
                  <a:ext uri="{0D108BD9-81ED-4DB2-BD59-A6C34878D82A}">
                    <a16:rowId xmlns:a16="http://schemas.microsoft.com/office/drawing/2014/main" val="380744055"/>
                  </a:ext>
                </a:extLst>
              </a:tr>
              <a:tr h="801254">
                <a:tc>
                  <a:txBody>
                    <a:bodyPr/>
                    <a:lstStyle/>
                    <a:p>
                      <a:pPr marL="107950" marR="107950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900">
                          <a:effectLst/>
                        </a:rPr>
                        <a:t>docker compose down</a:t>
                      </a:r>
                      <a:endParaRPr lang="pl-PL" sz="900">
                        <a:effectLst/>
                        <a:latin typeface="Consolas" panose="020B0609020204030204" pitchFamily="49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9850" marR="69850" marT="57150" marB="5715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pl-PL" sz="1100">
                          <a:effectLst/>
                        </a:rPr>
                        <a:t>zatrzymuje i usuwa kontenery, sieci oraz domyślne zasoby projektu</a:t>
                      </a:r>
                      <a:endParaRPr lang="pl-PL" sz="1100">
                        <a:effectLst/>
                        <a:latin typeface="Aptos" panose="020B00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9850" marR="69850" marT="57150" marB="57150"/>
                </a:tc>
                <a:extLst>
                  <a:ext uri="{0D108BD9-81ED-4DB2-BD59-A6C34878D82A}">
                    <a16:rowId xmlns:a16="http://schemas.microsoft.com/office/drawing/2014/main" val="902036976"/>
                  </a:ext>
                </a:extLst>
              </a:tr>
              <a:tr h="488299">
                <a:tc>
                  <a:txBody>
                    <a:bodyPr/>
                    <a:lstStyle/>
                    <a:p>
                      <a:pPr marL="107950" marR="107950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900">
                          <a:effectLst/>
                        </a:rPr>
                        <a:t>docker compose logs -f web</a:t>
                      </a:r>
                      <a:endParaRPr lang="pl-PL" sz="900">
                        <a:effectLst/>
                        <a:latin typeface="Consolas" panose="020B0609020204030204" pitchFamily="49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9850" marR="69850" marT="57150" marB="5715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>
                          <a:effectLst/>
                        </a:rPr>
                        <a:t>śledzi logi wskazanej usługi</a:t>
                      </a:r>
                      <a:endParaRPr lang="pl-PL" sz="1100">
                        <a:effectLst/>
                        <a:latin typeface="Aptos" panose="020B00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9850" marR="69850" marT="57150" marB="57150"/>
                </a:tc>
                <a:extLst>
                  <a:ext uri="{0D108BD9-81ED-4DB2-BD59-A6C34878D82A}">
                    <a16:rowId xmlns:a16="http://schemas.microsoft.com/office/drawing/2014/main" val="2906384137"/>
                  </a:ext>
                </a:extLst>
              </a:tr>
              <a:tr h="801254">
                <a:tc>
                  <a:txBody>
                    <a:bodyPr/>
                    <a:lstStyle/>
                    <a:p>
                      <a:pPr marL="107950" marR="107950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900">
                          <a:effectLst/>
                        </a:rPr>
                        <a:t>docker compose exec web sh</a:t>
                      </a:r>
                      <a:endParaRPr lang="pl-PL" sz="900">
                        <a:effectLst/>
                        <a:latin typeface="Consolas" panose="020B0609020204030204" pitchFamily="49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9850" marR="69850" marT="57150" marB="5715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pl-PL" sz="1100">
                          <a:effectLst/>
                        </a:rPr>
                        <a:t>uruchamia powłokę wewnątrz działającego kontenera</a:t>
                      </a:r>
                      <a:endParaRPr lang="pl-PL" sz="1100">
                        <a:effectLst/>
                        <a:latin typeface="Aptos" panose="020B00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9850" marR="69850" marT="57150" marB="57150"/>
                </a:tc>
                <a:extLst>
                  <a:ext uri="{0D108BD9-81ED-4DB2-BD59-A6C34878D82A}">
                    <a16:rowId xmlns:a16="http://schemas.microsoft.com/office/drawing/2014/main" val="4270181009"/>
                  </a:ext>
                </a:extLst>
              </a:tr>
              <a:tr h="488299">
                <a:tc>
                  <a:txBody>
                    <a:bodyPr/>
                    <a:lstStyle/>
                    <a:p>
                      <a:pPr marL="107950" marR="107950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900">
                          <a:effectLst/>
                        </a:rPr>
                        <a:t>docker compose ps</a:t>
                      </a:r>
                      <a:endParaRPr lang="pl-PL" sz="900">
                        <a:effectLst/>
                        <a:latin typeface="Consolas" panose="020B0609020204030204" pitchFamily="49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9850" marR="69850" marT="57150" marB="5715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dirty="0" err="1">
                          <a:effectLst/>
                        </a:rPr>
                        <a:t>pokazuje</a:t>
                      </a:r>
                      <a:r>
                        <a:rPr lang="en-US" sz="1100" dirty="0">
                          <a:effectLst/>
                        </a:rPr>
                        <a:t> stan </a:t>
                      </a:r>
                      <a:r>
                        <a:rPr lang="en-US" sz="1100" dirty="0" err="1">
                          <a:effectLst/>
                        </a:rPr>
                        <a:t>usług</a:t>
                      </a:r>
                      <a:endParaRPr lang="pl-PL" sz="1100" dirty="0">
                        <a:effectLst/>
                        <a:latin typeface="Aptos" panose="020B000402020202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69850" marR="69850" marT="57150" marB="57150"/>
                </a:tc>
                <a:extLst>
                  <a:ext uri="{0D108BD9-81ED-4DB2-BD59-A6C34878D82A}">
                    <a16:rowId xmlns:a16="http://schemas.microsoft.com/office/drawing/2014/main" val="925211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5549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804AE28-E1D7-F063-2B8F-02601E14C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Lab 4 </a:t>
            </a:r>
          </a:p>
        </p:txBody>
      </p:sp>
      <p:pic>
        <p:nvPicPr>
          <p:cNvPr id="5" name="Symbol zastępczy zawartości 4" descr="Obraz zawierający tekst, zrzut ekranu, Czcionka, multimedia&#10;&#10;Opis wygenerowany automatycznie">
            <a:extLst>
              <a:ext uri="{FF2B5EF4-FFF2-40B4-BE49-F238E27FC236}">
                <a16:creationId xmlns:a16="http://schemas.microsoft.com/office/drawing/2014/main" id="{577FEC8C-1FAD-C2CB-A5F2-43E9DEE513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5225" y="2833688"/>
            <a:ext cx="4406900" cy="1562100"/>
          </a:xfrm>
        </p:spPr>
      </p:pic>
    </p:spTree>
    <p:extLst>
      <p:ext uri="{BB962C8B-B14F-4D97-AF65-F5344CB8AC3E}">
        <p14:creationId xmlns:p14="http://schemas.microsoft.com/office/powerpoint/2010/main" val="382942037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7A330-C1C8-2138-35A8-20D13EE36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CAED327-A8B0-6653-255A-02391DF7C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Moduł 4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C839C8D-5D9C-B5FE-21AD-71C3037C0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Cele modułu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Strategie testowania kontenery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Health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checks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i diagnostyka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lang="pl-PL" sz="1800" b="1" dirty="0">
                <a:solidFill>
                  <a:srgbClr val="404040"/>
                </a:solidFill>
                <a:effectLst/>
                <a:latin typeface="Arial" panose="020B0604020202020204" pitchFamily="34" charset="0"/>
              </a:rPr>
              <a:t>Zawartość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Unit testy w Docker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Integration testy dla kontenerów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Health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checks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: CMD, HTTP, TCP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Monitorowanie logów i metryki</a:t>
            </a:r>
          </a:p>
          <a:p>
            <a:pPr marL="342900" lvl="0" indent="-342900">
              <a:buFont typeface="+mj-lt"/>
              <a:buAutoNum type="arabicPeriod"/>
            </a:pP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LAB: Implementacja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health</a:t>
            </a:r>
            <a:r>
              <a:rPr lang="pl-PL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pl-PL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checks</a:t>
            </a:r>
            <a:endParaRPr lang="pl-PL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651698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82880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Health Checks in Docker</a:t>
            </a:r>
            <a:endParaRPr lang="en-US" sz="5867" dirty="0"/>
          </a:p>
        </p:txBody>
      </p:sp>
      <p:sp>
        <p:nvSpPr>
          <p:cNvPr id="3" name="Text 1"/>
          <p:cNvSpPr/>
          <p:nvPr/>
        </p:nvSpPr>
        <p:spPr>
          <a:xfrm>
            <a:off x="609600" y="3413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733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Strategie, implementacja i monitoring kontenerów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09600" y="5486400"/>
            <a:ext cx="109728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Jakub Gajda | Politechnika Gdańska</a:t>
            </a:r>
            <a:endParaRPr lang="en-US" sz="1867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3" name="Text 1"/>
          <p:cNvSpPr/>
          <p:nvPr/>
        </p:nvSpPr>
        <p:spPr>
          <a:xfrm>
            <a:off x="609600" y="182880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 modułu</a:t>
            </a:r>
            <a:endParaRPr lang="en-US" sz="5867" dirty="0"/>
          </a:p>
        </p:txBody>
      </p:sp>
      <p:sp>
        <p:nvSpPr>
          <p:cNvPr id="4" name="Text 2"/>
          <p:cNvSpPr/>
          <p:nvPr/>
        </p:nvSpPr>
        <p:spPr>
          <a:xfrm>
            <a:off x="1047750" y="2129790"/>
            <a:ext cx="1036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Zrozumienie strategii testowania aplikacji w kontenerach</a:t>
            </a:r>
            <a:endParaRPr lang="en-US" sz="1867" dirty="0"/>
          </a:p>
        </p:txBody>
      </p:sp>
      <p:sp>
        <p:nvSpPr>
          <p:cNvPr id="5" name="Text 3"/>
          <p:cNvSpPr/>
          <p:nvPr/>
        </p:nvSpPr>
        <p:spPr>
          <a:xfrm>
            <a:off x="1047750" y="2983230"/>
            <a:ext cx="1036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Implementacja unit testów i testów integracyjnych dla Docker</a:t>
            </a:r>
            <a:endParaRPr lang="en-US" sz="1867" dirty="0"/>
          </a:p>
        </p:txBody>
      </p:sp>
      <p:sp>
        <p:nvSpPr>
          <p:cNvPr id="6" name="Text 4"/>
          <p:cNvSpPr/>
          <p:nvPr/>
        </p:nvSpPr>
        <p:spPr>
          <a:xfrm>
            <a:off x="1047750" y="3836670"/>
            <a:ext cx="1036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Konfiguracja i monitoring health checks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1047750" y="4690110"/>
            <a:ext cx="1036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Obsługa logów i zbieranie metryk z kontenerów</a:t>
            </a:r>
            <a:endParaRPr lang="en-US" sz="1867" dirty="0"/>
          </a:p>
        </p:txBody>
      </p:sp>
      <p:sp>
        <p:nvSpPr>
          <p:cNvPr id="8" name="Text 6"/>
          <p:cNvSpPr/>
          <p:nvPr/>
        </p:nvSpPr>
        <p:spPr>
          <a:xfrm>
            <a:off x="1047750" y="5543550"/>
            <a:ext cx="1036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Praktyczne zastosowanie w workflow CI/CD</a:t>
            </a:r>
            <a:endParaRPr lang="en-US" sz="1867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3" name="Text 1"/>
          <p:cNvSpPr/>
          <p:nvPr/>
        </p:nvSpPr>
        <p:spPr>
          <a:xfrm>
            <a:off x="609600" y="182880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 testowania kontenerów</a:t>
            </a:r>
            <a:endParaRPr lang="en-US" sz="5867" dirty="0"/>
          </a:p>
        </p:txBody>
      </p:sp>
      <p:sp>
        <p:nvSpPr>
          <p:cNvPr id="4" name="Shape 2"/>
          <p:cNvSpPr/>
          <p:nvPr/>
        </p:nvSpPr>
        <p:spPr>
          <a:xfrm>
            <a:off x="609600" y="1463040"/>
            <a:ext cx="2682240" cy="4267200"/>
          </a:xfrm>
          <a:prstGeom prst="roundRect">
            <a:avLst>
              <a:gd name="adj" fmla="val 4545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5" name="Text 3"/>
          <p:cNvSpPr/>
          <p:nvPr/>
        </p:nvSpPr>
        <p:spPr>
          <a:xfrm>
            <a:off x="731520" y="1706880"/>
            <a:ext cx="24384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Testing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2438400" cy="2804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Testowanie indywidualnych komponentów kodu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535680" y="1463040"/>
            <a:ext cx="2682240" cy="4267200"/>
          </a:xfrm>
          <a:prstGeom prst="roundRect">
            <a:avLst>
              <a:gd name="adj" fmla="val 4545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8" name="Text 6"/>
          <p:cNvSpPr/>
          <p:nvPr/>
        </p:nvSpPr>
        <p:spPr>
          <a:xfrm>
            <a:off x="3657600" y="1706880"/>
            <a:ext cx="24384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0" y="2560320"/>
            <a:ext cx="2438400" cy="2804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Testowanie współpracy komponentów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61760" y="1463040"/>
            <a:ext cx="2682240" cy="4267200"/>
          </a:xfrm>
          <a:prstGeom prst="roundRect">
            <a:avLst>
              <a:gd name="adj" fmla="val 4545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11" name="Text 9"/>
          <p:cNvSpPr/>
          <p:nvPr/>
        </p:nvSpPr>
        <p:spPr>
          <a:xfrm>
            <a:off x="6583680" y="1706880"/>
            <a:ext cx="24384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Testing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583680" y="2560320"/>
            <a:ext cx="2438400" cy="2804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Weryfikacja obrazu i konfiguracji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387840" y="1463040"/>
            <a:ext cx="2682240" cy="4267200"/>
          </a:xfrm>
          <a:prstGeom prst="roundRect">
            <a:avLst>
              <a:gd name="adj" fmla="val 4545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14" name="Text 12"/>
          <p:cNvSpPr/>
          <p:nvPr/>
        </p:nvSpPr>
        <p:spPr>
          <a:xfrm>
            <a:off x="9509760" y="1706880"/>
            <a:ext cx="24384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Checks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509760" y="2560320"/>
            <a:ext cx="2438400" cy="2804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Monitorowanie stanu kontenera w runtime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3" name="Text 1"/>
          <p:cNvSpPr/>
          <p:nvPr/>
        </p:nvSpPr>
        <p:spPr>
          <a:xfrm>
            <a:off x="609600" y="182880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testy w Docker</a:t>
            </a:r>
            <a:endParaRPr lang="en-US" sz="5867" dirty="0"/>
          </a:p>
        </p:txBody>
      </p:sp>
      <p:sp>
        <p:nvSpPr>
          <p:cNvPr id="4" name="Text 2"/>
          <p:cNvSpPr/>
          <p:nvPr/>
        </p:nvSpPr>
        <p:spPr>
          <a:xfrm>
            <a:off x="609600" y="1695450"/>
            <a:ext cx="48768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Podejście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53440" y="2305050"/>
            <a:ext cx="463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Uruchomienie testów wewnątrz kontenera</a:t>
            </a:r>
            <a:endParaRPr lang="en-US" sz="1867" dirty="0"/>
          </a:p>
        </p:txBody>
      </p:sp>
      <p:sp>
        <p:nvSpPr>
          <p:cNvPr id="6" name="Text 4"/>
          <p:cNvSpPr/>
          <p:nvPr/>
        </p:nvSpPr>
        <p:spPr>
          <a:xfrm>
            <a:off x="853440" y="2914650"/>
            <a:ext cx="463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Gwarancja spójności środowiska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853440" y="3524250"/>
            <a:ext cx="463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Izolacja zależności</a:t>
            </a:r>
            <a:endParaRPr lang="en-US" sz="1867" dirty="0"/>
          </a:p>
        </p:txBody>
      </p:sp>
      <p:sp>
        <p:nvSpPr>
          <p:cNvPr id="8" name="Text 6"/>
          <p:cNvSpPr/>
          <p:nvPr/>
        </p:nvSpPr>
        <p:spPr>
          <a:xfrm>
            <a:off x="853440" y="4133850"/>
            <a:ext cx="463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Powtarzalność testów</a:t>
            </a:r>
            <a:endParaRPr lang="en-US" sz="1867" dirty="0"/>
          </a:p>
        </p:txBody>
      </p:sp>
      <p:sp>
        <p:nvSpPr>
          <p:cNvPr id="9" name="Shape 7"/>
          <p:cNvSpPr/>
          <p:nvPr/>
        </p:nvSpPr>
        <p:spPr>
          <a:xfrm>
            <a:off x="6339840" y="1280160"/>
            <a:ext cx="5242560" cy="402336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10" name="Text 8"/>
          <p:cNvSpPr/>
          <p:nvPr/>
        </p:nvSpPr>
        <p:spPr>
          <a:xfrm>
            <a:off x="6583680" y="146304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pytest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["pytest", "tests/"]</a:t>
            </a:r>
            <a:endParaRPr lang="en-US" sz="1467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3" name="Text 1"/>
          <p:cNvSpPr/>
          <p:nvPr/>
        </p:nvSpPr>
        <p:spPr>
          <a:xfrm>
            <a:off x="609600" y="182880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Testy </a:t>
            </a:r>
            <a:r>
              <a:rPr lang="en-US" sz="5867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integracyjne</a:t>
            </a:r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dla kontenerów</a:t>
            </a:r>
            <a:endParaRPr lang="en-US" sz="5867" dirty="0"/>
          </a:p>
        </p:txBody>
      </p:sp>
      <p:sp>
        <p:nvSpPr>
          <p:cNvPr id="4" name="Text 2"/>
          <p:cNvSpPr/>
          <p:nvPr/>
        </p:nvSpPr>
        <p:spPr>
          <a:xfrm>
            <a:off x="609600" y="1219200"/>
            <a:ext cx="109728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dla testów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09600" y="1828800"/>
            <a:ext cx="10972800" cy="304800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6" name="Text 4"/>
          <p:cNvSpPr/>
          <p:nvPr/>
        </p:nvSpPr>
        <p:spPr>
          <a:xfrm>
            <a:off x="853440" y="2072640"/>
            <a:ext cx="10485120" cy="268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app: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"8000:8000"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DB_HOST=postgres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postgres: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postgres:15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1467" dirty="0"/>
          </a:p>
          <a:p>
            <a:r>
              <a:rPr lang="en-US" sz="1467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POSTGRES_PASSWORD=test</a:t>
            </a:r>
            <a:endParaRPr lang="en-US" sz="1467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3" name="Text 1"/>
          <p:cNvSpPr/>
          <p:nvPr/>
        </p:nvSpPr>
        <p:spPr>
          <a:xfrm>
            <a:off x="609600" y="182880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Checks: Typy i Implementacja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341120"/>
            <a:ext cx="341376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09600" y="213360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Uruchamia komendę wewnątrz kontenera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9600" y="2682240"/>
            <a:ext cx="3413760" cy="34137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7" name="Text 5"/>
          <p:cNvSpPr/>
          <p:nvPr/>
        </p:nvSpPr>
        <p:spPr>
          <a:xfrm>
            <a:off x="792480" y="286512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HEALTHCHECK --interval=30s \</a:t>
            </a:r>
            <a:endParaRPr lang="en-US" sz="1200" dirty="0"/>
          </a:p>
          <a:p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CMD curl -f http://localhost:8000 \</a:t>
            </a:r>
            <a:endParaRPr lang="en-US" sz="1200" dirty="0"/>
          </a:p>
          <a:p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|| exit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45280" y="1341120"/>
            <a:ext cx="341376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145280" y="209931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Wysyła żądanie HTTP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084320" y="2682240"/>
            <a:ext cx="3413760" cy="34137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 sz="2400" dirty="0"/>
          </a:p>
        </p:txBody>
      </p:sp>
      <p:sp>
        <p:nvSpPr>
          <p:cNvPr id="11" name="Text 9"/>
          <p:cNvSpPr/>
          <p:nvPr/>
        </p:nvSpPr>
        <p:spPr>
          <a:xfrm>
            <a:off x="4328160" y="286512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HEALTHCHECK --interval=30s \</a:t>
            </a:r>
            <a:endParaRPr lang="en-US" sz="1200" dirty="0"/>
          </a:p>
          <a:p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--timeout=3s \</a:t>
            </a:r>
            <a:endParaRPr lang="en-US" sz="1200" dirty="0"/>
          </a:p>
          <a:p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CMD curl -f http://localhost:8000/health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80960" y="1341120"/>
            <a:ext cx="341376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7680960" y="207264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Sprawdza dostępność portu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680960" y="2682240"/>
            <a:ext cx="3413760" cy="34137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15" name="Text 13"/>
          <p:cNvSpPr/>
          <p:nvPr/>
        </p:nvSpPr>
        <p:spPr>
          <a:xfrm>
            <a:off x="7863840" y="286512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HEALTHCHECK --interval=30s \</a:t>
            </a:r>
            <a:endParaRPr lang="en-US" sz="1200" dirty="0"/>
          </a:p>
          <a:p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--timeout=3s \</a:t>
            </a:r>
            <a:endParaRPr lang="en-US" sz="1200" dirty="0"/>
          </a:p>
          <a:p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CMD nc -z localhost 5432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3" name="Text 1"/>
          <p:cNvSpPr/>
          <p:nvPr/>
        </p:nvSpPr>
        <p:spPr>
          <a:xfrm>
            <a:off x="609600" y="182880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Monitorowanie logów kontenerów</a:t>
            </a:r>
            <a:endParaRPr lang="en-US" sz="5867" dirty="0"/>
          </a:p>
        </p:txBody>
      </p:sp>
      <p:sp>
        <p:nvSpPr>
          <p:cNvPr id="4" name="Shape 2"/>
          <p:cNvSpPr/>
          <p:nvPr/>
        </p:nvSpPr>
        <p:spPr>
          <a:xfrm>
            <a:off x="609600" y="1463040"/>
            <a:ext cx="10972800" cy="6705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5" name="Text 3"/>
          <p:cNvSpPr/>
          <p:nvPr/>
        </p:nvSpPr>
        <p:spPr>
          <a:xfrm>
            <a:off x="975360" y="1560576"/>
            <a:ext cx="4876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&lt;container&gt;</a:t>
            </a:r>
            <a:endParaRPr lang="en-US" sz="1867" dirty="0"/>
          </a:p>
        </p:txBody>
      </p:sp>
      <p:sp>
        <p:nvSpPr>
          <p:cNvPr id="6" name="Text 4"/>
          <p:cNvSpPr/>
          <p:nvPr/>
        </p:nvSpPr>
        <p:spPr>
          <a:xfrm>
            <a:off x="6096000" y="1560576"/>
            <a:ext cx="5120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Wyświetl logi kontenera</a:t>
            </a:r>
            <a:endParaRPr lang="en-US" sz="1867" dirty="0"/>
          </a:p>
        </p:txBody>
      </p:sp>
      <p:sp>
        <p:nvSpPr>
          <p:cNvPr id="7" name="Shape 5"/>
          <p:cNvSpPr/>
          <p:nvPr/>
        </p:nvSpPr>
        <p:spPr>
          <a:xfrm>
            <a:off x="609600" y="2255520"/>
            <a:ext cx="10972800" cy="6705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8" name="Text 6"/>
          <p:cNvSpPr/>
          <p:nvPr/>
        </p:nvSpPr>
        <p:spPr>
          <a:xfrm>
            <a:off x="975360" y="2353056"/>
            <a:ext cx="4876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-f &lt;container&gt;</a:t>
            </a:r>
            <a:endParaRPr lang="en-US" sz="1867" dirty="0"/>
          </a:p>
        </p:txBody>
      </p:sp>
      <p:sp>
        <p:nvSpPr>
          <p:cNvPr id="9" name="Text 7"/>
          <p:cNvSpPr/>
          <p:nvPr/>
        </p:nvSpPr>
        <p:spPr>
          <a:xfrm>
            <a:off x="6096000" y="2353056"/>
            <a:ext cx="5120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mode (live logs)</a:t>
            </a:r>
            <a:endParaRPr lang="en-US" sz="1867" dirty="0"/>
          </a:p>
        </p:txBody>
      </p:sp>
      <p:sp>
        <p:nvSpPr>
          <p:cNvPr id="10" name="Shape 8"/>
          <p:cNvSpPr/>
          <p:nvPr/>
        </p:nvSpPr>
        <p:spPr>
          <a:xfrm>
            <a:off x="609600" y="3048000"/>
            <a:ext cx="10972800" cy="6705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11" name="Text 9"/>
          <p:cNvSpPr/>
          <p:nvPr/>
        </p:nvSpPr>
        <p:spPr>
          <a:xfrm>
            <a:off x="975360" y="3145536"/>
            <a:ext cx="4876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--since 1h &lt;container&gt;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6096000" y="3145536"/>
            <a:ext cx="5120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 z ostatniej godziny</a:t>
            </a:r>
            <a:endParaRPr lang="en-US" sz="1867" dirty="0"/>
          </a:p>
        </p:txBody>
      </p:sp>
      <p:sp>
        <p:nvSpPr>
          <p:cNvPr id="13" name="Shape 11"/>
          <p:cNvSpPr/>
          <p:nvPr/>
        </p:nvSpPr>
        <p:spPr>
          <a:xfrm>
            <a:off x="609600" y="3840480"/>
            <a:ext cx="10972800" cy="6705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14" name="Text 12"/>
          <p:cNvSpPr/>
          <p:nvPr/>
        </p:nvSpPr>
        <p:spPr>
          <a:xfrm>
            <a:off x="975360" y="3938016"/>
            <a:ext cx="4876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inspect &lt;container&gt;</a:t>
            </a:r>
            <a:endParaRPr lang="en-US" sz="1867" dirty="0"/>
          </a:p>
        </p:txBody>
      </p:sp>
      <p:sp>
        <p:nvSpPr>
          <p:cNvPr id="15" name="Text 13"/>
          <p:cNvSpPr/>
          <p:nvPr/>
        </p:nvSpPr>
        <p:spPr>
          <a:xfrm>
            <a:off x="6096000" y="3938016"/>
            <a:ext cx="5120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Szczegółowe info o kontenerze</a:t>
            </a:r>
            <a:endParaRPr lang="en-US" sz="1867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3" name="Text 1"/>
          <p:cNvSpPr/>
          <p:nvPr/>
        </p:nvSpPr>
        <p:spPr>
          <a:xfrm>
            <a:off x="609600" y="182880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Metryki i monitoring</a:t>
            </a:r>
            <a:endParaRPr lang="en-US" sz="5867" dirty="0"/>
          </a:p>
        </p:txBody>
      </p:sp>
      <p:sp>
        <p:nvSpPr>
          <p:cNvPr id="4" name="Text 2"/>
          <p:cNvSpPr/>
          <p:nvPr/>
        </p:nvSpPr>
        <p:spPr>
          <a:xfrm>
            <a:off x="609600" y="1219200"/>
            <a:ext cx="54864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stats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53440" y="1767840"/>
            <a:ext cx="52425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CPU Usage</a:t>
            </a:r>
            <a:endParaRPr lang="en-US" sz="1867" dirty="0"/>
          </a:p>
        </p:txBody>
      </p:sp>
      <p:sp>
        <p:nvSpPr>
          <p:cNvPr id="6" name="Text 4"/>
          <p:cNvSpPr/>
          <p:nvPr/>
        </p:nvSpPr>
        <p:spPr>
          <a:xfrm>
            <a:off x="853440" y="2255520"/>
            <a:ext cx="52425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Memory Usage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853440" y="2743200"/>
            <a:ext cx="52425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Network I/O</a:t>
            </a:r>
            <a:endParaRPr lang="en-US" sz="1867" dirty="0"/>
          </a:p>
        </p:txBody>
      </p:sp>
      <p:sp>
        <p:nvSpPr>
          <p:cNvPr id="8" name="Text 6"/>
          <p:cNvSpPr/>
          <p:nvPr/>
        </p:nvSpPr>
        <p:spPr>
          <a:xfrm>
            <a:off x="853440" y="3230880"/>
            <a:ext cx="52425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Block I/O</a:t>
            </a:r>
            <a:endParaRPr lang="en-US" sz="1867" dirty="0"/>
          </a:p>
        </p:txBody>
      </p:sp>
      <p:sp>
        <p:nvSpPr>
          <p:cNvPr id="9" name="Text 7"/>
          <p:cNvSpPr/>
          <p:nvPr/>
        </p:nvSpPr>
        <p:spPr>
          <a:xfrm>
            <a:off x="853440" y="3718560"/>
            <a:ext cx="52425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PIDs</a:t>
            </a:r>
            <a:endParaRPr lang="en-US" sz="1867" dirty="0"/>
          </a:p>
        </p:txBody>
      </p:sp>
      <p:sp>
        <p:nvSpPr>
          <p:cNvPr id="10" name="Text 8"/>
          <p:cNvSpPr/>
          <p:nvPr/>
        </p:nvSpPr>
        <p:spPr>
          <a:xfrm>
            <a:off x="6339840" y="1219200"/>
            <a:ext cx="52425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Narzędzia do monitoringu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583680" y="1767840"/>
            <a:ext cx="4998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Prometheus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6583680" y="2255520"/>
            <a:ext cx="4998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Grafana</a:t>
            </a:r>
            <a:endParaRPr lang="en-US" sz="1867" dirty="0"/>
          </a:p>
        </p:txBody>
      </p:sp>
      <p:sp>
        <p:nvSpPr>
          <p:cNvPr id="13" name="Text 11"/>
          <p:cNvSpPr/>
          <p:nvPr/>
        </p:nvSpPr>
        <p:spPr>
          <a:xfrm>
            <a:off x="6583680" y="2743200"/>
            <a:ext cx="4998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cAdvisor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6583680" y="3230880"/>
            <a:ext cx="499872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buSzPct val="100000"/>
              <a:buChar char="•"/>
            </a:pPr>
            <a:r>
              <a:rPr lang="en-US" sz="1867" dirty="0">
                <a:solidFill>
                  <a:srgbClr val="2C3E50"/>
                </a:solidFill>
              </a:rPr>
              <a:t>Portainer</a:t>
            </a:r>
            <a:endParaRPr lang="en-US" sz="1867" dirty="0"/>
          </a:p>
        </p:txBody>
      </p:sp>
      <p:sp>
        <p:nvSpPr>
          <p:cNvPr id="15" name="Shape 13"/>
          <p:cNvSpPr/>
          <p:nvPr/>
        </p:nvSpPr>
        <p:spPr>
          <a:xfrm>
            <a:off x="6096000" y="1584960"/>
            <a:ext cx="0" cy="3048000"/>
          </a:xfrm>
          <a:prstGeom prst="line">
            <a:avLst/>
          </a:prstGeom>
          <a:noFill/>
          <a:ln w="25400">
            <a:solidFill>
              <a:srgbClr val="F0F4F8"/>
            </a:solidFill>
            <a:prstDash val="solid"/>
          </a:ln>
        </p:spPr>
        <p:txBody>
          <a:bodyPr/>
          <a:lstStyle/>
          <a:p>
            <a:endParaRPr lang="pl-PL" sz="2400"/>
          </a:p>
        </p:txBody>
      </p:sp>
      <p:sp>
        <p:nvSpPr>
          <p:cNvPr id="16" name="Text 14"/>
          <p:cNvSpPr/>
          <p:nvPr/>
        </p:nvSpPr>
        <p:spPr>
          <a:xfrm>
            <a:off x="609600" y="4267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Praktyka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09600" y="4754880"/>
            <a:ext cx="10972800" cy="109728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18" name="Text 16"/>
          <p:cNvSpPr/>
          <p:nvPr/>
        </p:nvSpPr>
        <p:spPr>
          <a:xfrm>
            <a:off x="853440" y="4937760"/>
            <a:ext cx="1048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67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stats --no-stream --format "table {{.Container}}	{{.CPUPerc}}	{{.MemUsage}}"</a:t>
            </a:r>
            <a:endParaRPr lang="en-US" sz="1467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194560"/>
            <a:ext cx="109728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5867" dirty="0"/>
          </a:p>
        </p:txBody>
      </p:sp>
      <p:sp>
        <p:nvSpPr>
          <p:cNvPr id="3" name="Text 1"/>
          <p:cNvSpPr/>
          <p:nvPr/>
        </p:nvSpPr>
        <p:spPr>
          <a:xfrm>
            <a:off x="609600" y="3413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733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Orkiestracja aplikacji wielokonteneru</a:t>
            </a:r>
            <a:endParaRPr lang="en-US" sz="3733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3" name="Text 1"/>
          <p:cNvSpPr/>
          <p:nvPr/>
        </p:nvSpPr>
        <p:spPr>
          <a:xfrm>
            <a:off x="609600" y="182880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Checks w Docker Compose</a:t>
            </a:r>
            <a:endParaRPr lang="en-US" sz="5867" dirty="0"/>
          </a:p>
        </p:txBody>
      </p:sp>
      <p:sp>
        <p:nvSpPr>
          <p:cNvPr id="4" name="Shape 2"/>
          <p:cNvSpPr/>
          <p:nvPr/>
        </p:nvSpPr>
        <p:spPr>
          <a:xfrm>
            <a:off x="609600" y="1219200"/>
            <a:ext cx="10972800" cy="463296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5" name="Text 3"/>
          <p:cNvSpPr/>
          <p:nvPr/>
        </p:nvSpPr>
        <p:spPr>
          <a:xfrm>
            <a:off x="853440" y="1463040"/>
            <a:ext cx="10485120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web: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myapp:1.0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healthcheck: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test: ["CMD", "curl", "-f", "http://localhost:8000/health"]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interval: 30s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timeout: 10s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retries: 3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start_period: 40s</a:t>
            </a:r>
            <a:endParaRPr lang="en-US" sz="1333" dirty="0"/>
          </a:p>
          <a:p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postgres:15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healthcheck: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test: ["CMD-SHELL", "pg_isready -U postgres"]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interval: 10s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timeout: 5s</a:t>
            </a:r>
            <a:endParaRPr lang="en-US" sz="1333" dirty="0"/>
          </a:p>
          <a:p>
            <a:r>
              <a:rPr lang="en-US" sz="1333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retries: 5</a:t>
            </a:r>
            <a:endParaRPr lang="en-US" sz="1333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3" name="Text 1"/>
          <p:cNvSpPr/>
          <p:nvPr/>
        </p:nvSpPr>
        <p:spPr>
          <a:xfrm>
            <a:off x="609600" y="182880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Podstawowe polecenia Compose</a:t>
            </a:r>
            <a:endParaRPr lang="en-US" sz="5867" dirty="0"/>
          </a:p>
        </p:txBody>
      </p:sp>
      <p:sp>
        <p:nvSpPr>
          <p:cNvPr id="4" name="Shape 2"/>
          <p:cNvSpPr/>
          <p:nvPr/>
        </p:nvSpPr>
        <p:spPr>
          <a:xfrm>
            <a:off x="609600" y="1463040"/>
            <a:ext cx="10972800" cy="5852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5" name="Text 3"/>
          <p:cNvSpPr/>
          <p:nvPr/>
        </p:nvSpPr>
        <p:spPr>
          <a:xfrm>
            <a:off x="975360" y="1548384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-d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6096000" y="1548384"/>
            <a:ext cx="51206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Uruchom stack w tle</a:t>
            </a:r>
            <a:endParaRPr lang="en-US" sz="1733" dirty="0"/>
          </a:p>
        </p:txBody>
      </p:sp>
      <p:sp>
        <p:nvSpPr>
          <p:cNvPr id="7" name="Shape 5"/>
          <p:cNvSpPr/>
          <p:nvPr/>
        </p:nvSpPr>
        <p:spPr>
          <a:xfrm>
            <a:off x="609600" y="2109216"/>
            <a:ext cx="10972800" cy="585216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8" name="Text 6"/>
          <p:cNvSpPr/>
          <p:nvPr/>
        </p:nvSpPr>
        <p:spPr>
          <a:xfrm>
            <a:off x="975360" y="2194560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down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6096000" y="2194560"/>
            <a:ext cx="51206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Zatrzymaj i usuń kontenery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609600" y="2755392"/>
            <a:ext cx="10972800" cy="5852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11" name="Text 9"/>
          <p:cNvSpPr/>
          <p:nvPr/>
        </p:nvSpPr>
        <p:spPr>
          <a:xfrm>
            <a:off x="975360" y="2840736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logs -f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096000" y="2840736"/>
            <a:ext cx="51206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Wyświetl logi wszystkich serwisów</a:t>
            </a:r>
            <a:endParaRPr lang="en-US" sz="1733" dirty="0"/>
          </a:p>
        </p:txBody>
      </p:sp>
      <p:sp>
        <p:nvSpPr>
          <p:cNvPr id="13" name="Shape 11"/>
          <p:cNvSpPr/>
          <p:nvPr/>
        </p:nvSpPr>
        <p:spPr>
          <a:xfrm>
            <a:off x="609600" y="3401568"/>
            <a:ext cx="10972800" cy="585216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14" name="Text 12"/>
          <p:cNvSpPr/>
          <p:nvPr/>
        </p:nvSpPr>
        <p:spPr>
          <a:xfrm>
            <a:off x="975360" y="3486912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ps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6096000" y="3486912"/>
            <a:ext cx="51206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Pokaż status serwisów</a:t>
            </a:r>
            <a:endParaRPr lang="en-US" sz="1733" dirty="0"/>
          </a:p>
        </p:txBody>
      </p:sp>
      <p:sp>
        <p:nvSpPr>
          <p:cNvPr id="16" name="Shape 14"/>
          <p:cNvSpPr/>
          <p:nvPr/>
        </p:nvSpPr>
        <p:spPr>
          <a:xfrm>
            <a:off x="609600" y="4047744"/>
            <a:ext cx="10972800" cy="58521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17" name="Text 15"/>
          <p:cNvSpPr/>
          <p:nvPr/>
        </p:nvSpPr>
        <p:spPr>
          <a:xfrm>
            <a:off x="975360" y="4133088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exec web bash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6096000" y="4133088"/>
            <a:ext cx="51206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Połącz się z kontenerem</a:t>
            </a:r>
            <a:endParaRPr lang="en-US" sz="1733" dirty="0"/>
          </a:p>
        </p:txBody>
      </p:sp>
      <p:sp>
        <p:nvSpPr>
          <p:cNvPr id="19" name="Shape 17"/>
          <p:cNvSpPr/>
          <p:nvPr/>
        </p:nvSpPr>
        <p:spPr>
          <a:xfrm>
            <a:off x="609600" y="4693920"/>
            <a:ext cx="10972800" cy="585216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20" name="Text 18"/>
          <p:cNvSpPr/>
          <p:nvPr/>
        </p:nvSpPr>
        <p:spPr>
          <a:xfrm>
            <a:off x="975360" y="4779264"/>
            <a:ext cx="4876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restart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6096000" y="4779264"/>
            <a:ext cx="51206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Zrestartuj wszystkie serwisy</a:t>
            </a:r>
            <a:endParaRPr lang="en-US" sz="1733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3" name="Text 1"/>
          <p:cNvSpPr/>
          <p:nvPr/>
        </p:nvSpPr>
        <p:spPr>
          <a:xfrm>
            <a:off x="609600" y="182880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5867" dirty="0"/>
          </a:p>
        </p:txBody>
      </p:sp>
      <p:sp>
        <p:nvSpPr>
          <p:cNvPr id="4" name="Shape 2"/>
          <p:cNvSpPr/>
          <p:nvPr/>
        </p:nvSpPr>
        <p:spPr>
          <a:xfrm>
            <a:off x="609600" y="1505331"/>
            <a:ext cx="426720" cy="4267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5" name="Text 3"/>
          <p:cNvSpPr/>
          <p:nvPr/>
        </p:nvSpPr>
        <p:spPr>
          <a:xfrm>
            <a:off x="609600" y="1541907"/>
            <a:ext cx="42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67" dirty="0"/>
          </a:p>
        </p:txBody>
      </p:sp>
      <p:sp>
        <p:nvSpPr>
          <p:cNvPr id="6" name="Text 4"/>
          <p:cNvSpPr/>
          <p:nvPr/>
        </p:nvSpPr>
        <p:spPr>
          <a:xfrm>
            <a:off x="1219200" y="1444371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341120" y="1749171"/>
            <a:ext cx="102412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Zawsze definiuj health checks dla zależnych serwisów</a:t>
            </a:r>
            <a:endParaRPr lang="en-US" sz="1733" dirty="0"/>
          </a:p>
        </p:txBody>
      </p:sp>
      <p:sp>
        <p:nvSpPr>
          <p:cNvPr id="8" name="Shape 6"/>
          <p:cNvSpPr/>
          <p:nvPr/>
        </p:nvSpPr>
        <p:spPr>
          <a:xfrm>
            <a:off x="609600" y="2334387"/>
            <a:ext cx="426720" cy="4267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9" name="Text 7"/>
          <p:cNvSpPr/>
          <p:nvPr/>
        </p:nvSpPr>
        <p:spPr>
          <a:xfrm>
            <a:off x="609600" y="2370963"/>
            <a:ext cx="42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67" dirty="0"/>
          </a:p>
        </p:txBody>
      </p:sp>
      <p:sp>
        <p:nvSpPr>
          <p:cNvPr id="10" name="Text 8"/>
          <p:cNvSpPr/>
          <p:nvPr/>
        </p:nvSpPr>
        <p:spPr>
          <a:xfrm>
            <a:off x="1219200" y="2273427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341120" y="2578227"/>
            <a:ext cx="102412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Użyj condition: service_healthy dla właściwych zależności</a:t>
            </a:r>
            <a:endParaRPr lang="en-US" sz="1733" dirty="0"/>
          </a:p>
        </p:txBody>
      </p:sp>
      <p:sp>
        <p:nvSpPr>
          <p:cNvPr id="12" name="Shape 10"/>
          <p:cNvSpPr/>
          <p:nvPr/>
        </p:nvSpPr>
        <p:spPr>
          <a:xfrm>
            <a:off x="609600" y="3163443"/>
            <a:ext cx="426720" cy="4267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13" name="Text 11"/>
          <p:cNvSpPr/>
          <p:nvPr/>
        </p:nvSpPr>
        <p:spPr>
          <a:xfrm>
            <a:off x="609600" y="3200019"/>
            <a:ext cx="42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1219200" y="3102483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341120" y="3407283"/>
            <a:ext cx="102412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Pin'uj wersje obrazów zamiast 'latest'</a:t>
            </a:r>
            <a:endParaRPr lang="en-US" sz="1733" dirty="0"/>
          </a:p>
        </p:txBody>
      </p:sp>
      <p:sp>
        <p:nvSpPr>
          <p:cNvPr id="16" name="Shape 14"/>
          <p:cNvSpPr/>
          <p:nvPr/>
        </p:nvSpPr>
        <p:spPr>
          <a:xfrm>
            <a:off x="609600" y="3992499"/>
            <a:ext cx="426720" cy="4267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17" name="Text 15"/>
          <p:cNvSpPr/>
          <p:nvPr/>
        </p:nvSpPr>
        <p:spPr>
          <a:xfrm>
            <a:off x="609600" y="4029075"/>
            <a:ext cx="42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67" dirty="0"/>
          </a:p>
        </p:txBody>
      </p:sp>
      <p:sp>
        <p:nvSpPr>
          <p:cNvPr id="18" name="Text 16"/>
          <p:cNvSpPr/>
          <p:nvPr/>
        </p:nvSpPr>
        <p:spPr>
          <a:xfrm>
            <a:off x="1219200" y="3931539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341120" y="4236339"/>
            <a:ext cx="102412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Używaj custom networks zamiast legacy linking</a:t>
            </a:r>
            <a:endParaRPr lang="en-US" sz="1733" dirty="0"/>
          </a:p>
        </p:txBody>
      </p:sp>
      <p:sp>
        <p:nvSpPr>
          <p:cNvPr id="20" name="Shape 18"/>
          <p:cNvSpPr/>
          <p:nvPr/>
        </p:nvSpPr>
        <p:spPr>
          <a:xfrm>
            <a:off x="609600" y="4821555"/>
            <a:ext cx="426720" cy="4267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21" name="Text 19"/>
          <p:cNvSpPr/>
          <p:nvPr/>
        </p:nvSpPr>
        <p:spPr>
          <a:xfrm>
            <a:off x="609600" y="4858131"/>
            <a:ext cx="42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1219200" y="4760595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Files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1341120" y="5065395"/>
            <a:ext cx="102412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Zarządzaj zmiennymi przez .env files</a:t>
            </a:r>
            <a:endParaRPr lang="en-US" sz="1733" dirty="0"/>
          </a:p>
        </p:txBody>
      </p:sp>
      <p:sp>
        <p:nvSpPr>
          <p:cNvPr id="24" name="Shape 22"/>
          <p:cNvSpPr/>
          <p:nvPr/>
        </p:nvSpPr>
        <p:spPr>
          <a:xfrm>
            <a:off x="609600" y="5650611"/>
            <a:ext cx="426720" cy="4267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pl-PL" sz="2400"/>
          </a:p>
        </p:txBody>
      </p:sp>
      <p:sp>
        <p:nvSpPr>
          <p:cNvPr id="25" name="Text 23"/>
          <p:cNvSpPr/>
          <p:nvPr/>
        </p:nvSpPr>
        <p:spPr>
          <a:xfrm>
            <a:off x="609600" y="5687187"/>
            <a:ext cx="42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67" dirty="0"/>
          </a:p>
        </p:txBody>
      </p:sp>
      <p:sp>
        <p:nvSpPr>
          <p:cNvPr id="26" name="Text 24"/>
          <p:cNvSpPr/>
          <p:nvPr/>
        </p:nvSpPr>
        <p:spPr>
          <a:xfrm>
            <a:off x="1219200" y="5589651"/>
            <a:ext cx="304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Limits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1341120" y="5894451"/>
            <a:ext cx="102412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33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Ustaw limity CPU i memory dla każdego serwisu</a:t>
            </a:r>
            <a:endParaRPr lang="en-US" sz="1733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le tekstowe 1">
            <a:extLst>
              <a:ext uri="{FF2B5EF4-FFF2-40B4-BE49-F238E27FC236}">
                <a16:creationId xmlns:a16="http://schemas.microsoft.com/office/drawing/2014/main" id="{095253EB-AEB0-C4E1-3370-891872DA1BDA}"/>
              </a:ext>
            </a:extLst>
          </p:cNvPr>
          <p:cNvSpPr txBox="1"/>
          <p:nvPr/>
        </p:nvSpPr>
        <p:spPr>
          <a:xfrm>
            <a:off x="1905000" y="1609725"/>
            <a:ext cx="3133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3600" dirty="0"/>
              <a:t>Lab 6 i Lab 5</a:t>
            </a:r>
          </a:p>
        </p:txBody>
      </p:sp>
    </p:spTree>
    <p:extLst>
      <p:ext uri="{BB962C8B-B14F-4D97-AF65-F5344CB8AC3E}">
        <p14:creationId xmlns:p14="http://schemas.microsoft.com/office/powerpoint/2010/main" val="407177595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463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Podsumowanie</a:t>
            </a:r>
            <a:endParaRPr lang="en-US" sz="5867" dirty="0"/>
          </a:p>
        </p:txBody>
      </p:sp>
      <p:sp>
        <p:nvSpPr>
          <p:cNvPr id="3" name="Text 1"/>
          <p:cNvSpPr/>
          <p:nvPr/>
        </p:nvSpPr>
        <p:spPr>
          <a:xfrm>
            <a:off x="1219200" y="2438400"/>
            <a:ext cx="975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Testing: unit, integration, container, health checks</a:t>
            </a:r>
            <a:endParaRPr lang="en-US" sz="1867" dirty="0"/>
          </a:p>
        </p:txBody>
      </p:sp>
      <p:sp>
        <p:nvSpPr>
          <p:cNvPr id="4" name="Text 2"/>
          <p:cNvSpPr/>
          <p:nvPr/>
        </p:nvSpPr>
        <p:spPr>
          <a:xfrm>
            <a:off x="1219200" y="2987040"/>
            <a:ext cx="975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Docker Compose dla aplikacji wielokonteneru</a:t>
            </a:r>
            <a:endParaRPr lang="en-US" sz="1867" dirty="0"/>
          </a:p>
        </p:txBody>
      </p:sp>
      <p:sp>
        <p:nvSpPr>
          <p:cNvPr id="5" name="Text 3"/>
          <p:cNvSpPr/>
          <p:nvPr/>
        </p:nvSpPr>
        <p:spPr>
          <a:xfrm>
            <a:off x="1219200" y="3535680"/>
            <a:ext cx="975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Services, networks, volumes, health checks</a:t>
            </a:r>
            <a:endParaRPr lang="en-US" sz="1867" dirty="0"/>
          </a:p>
        </p:txBody>
      </p:sp>
      <p:sp>
        <p:nvSpPr>
          <p:cNvPr id="6" name="Text 4"/>
          <p:cNvSpPr/>
          <p:nvPr/>
        </p:nvSpPr>
        <p:spPr>
          <a:xfrm>
            <a:off x="1219200" y="4084320"/>
            <a:ext cx="975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Monitoring, logi, metryki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1219200" y="4632960"/>
            <a:ext cx="975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Best practices dla production</a:t>
            </a:r>
            <a:endParaRPr lang="en-US" sz="1867" dirty="0"/>
          </a:p>
        </p:txBody>
      </p:sp>
      <p:sp>
        <p:nvSpPr>
          <p:cNvPr id="8" name="Text 6"/>
          <p:cNvSpPr/>
          <p:nvPr/>
        </p:nvSpPr>
        <p:spPr>
          <a:xfrm>
            <a:off x="1219200" y="5181600"/>
            <a:ext cx="975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Praktyczne implementacje i LAB-y</a:t>
            </a:r>
            <a:endParaRPr lang="en-US" sz="1867" dirty="0"/>
          </a:p>
        </p:txBody>
      </p:sp>
      <p:sp>
        <p:nvSpPr>
          <p:cNvPr id="9" name="Text 7"/>
          <p:cNvSpPr/>
          <p:nvPr/>
        </p:nvSpPr>
        <p:spPr>
          <a:xfrm>
            <a:off x="609600" y="5852160"/>
            <a:ext cx="109728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Pytania?</a:t>
            </a:r>
            <a:endParaRPr lang="en-US" sz="4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B0F7D69-D93C-4C38-A23D-76E000D691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CD419D4-EA9D-42D9-BF62-B07F0B7B6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C6FEC9B-9608-4181-A9E5-A1B80E720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B1564ED-F26F-451D-97D6-A6EC3E83F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F50A80E-5DCB-4320-9947-73BF2D6F0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6422" cy="6858000"/>
          </a:xfrm>
          <a:custGeom>
            <a:avLst/>
            <a:gdLst/>
            <a:ahLst/>
            <a:cxnLst/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E9C9717-43F9-44EA-9215-3F2D15B1C7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5409" y="0"/>
            <a:ext cx="2529723" cy="6858000"/>
          </a:xfrm>
          <a:custGeom>
            <a:avLst/>
            <a:gdLst/>
            <a:ahLst/>
            <a:cxnLst/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6004D1-3DCE-405F-9046-6DE912409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5402" y="0"/>
            <a:ext cx="2536434" cy="6858000"/>
          </a:xfrm>
          <a:custGeom>
            <a:avLst/>
            <a:gdLst/>
            <a:ahLst/>
            <a:cxnLst/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1319957-918B-4BBC-B357-957813808C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4161" y="0"/>
            <a:ext cx="2261351" cy="6858000"/>
          </a:xfrm>
          <a:custGeom>
            <a:avLst/>
            <a:gdLst/>
            <a:ahLst/>
            <a:cxnLst/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DBF1ABE-8590-450D-BB49-BDDCCF3EE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E5F18F-9D70-4BE5-8A38-603463EE8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47626" y="0"/>
            <a:ext cx="10678291" cy="6858000"/>
            <a:chOff x="547626" y="0"/>
            <a:chExt cx="10678291" cy="6858000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391F8D69-709A-4575-A393-B4C26481A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966083" y="0"/>
              <a:ext cx="9841377" cy="6858000"/>
            </a:xfrm>
            <a:custGeom>
              <a:avLst/>
              <a:gdLst>
                <a:gd name="connsiteX0" fmla="*/ 8218354 w 9841377"/>
                <a:gd name="connsiteY0" fmla="*/ 0 h 6858000"/>
                <a:gd name="connsiteX1" fmla="*/ 5551962 w 9841377"/>
                <a:gd name="connsiteY1" fmla="*/ 0 h 6858000"/>
                <a:gd name="connsiteX2" fmla="*/ 5482342 w 9841377"/>
                <a:gd name="connsiteY2" fmla="*/ 0 h 6858000"/>
                <a:gd name="connsiteX3" fmla="*/ 4359035 w 9841377"/>
                <a:gd name="connsiteY3" fmla="*/ 0 h 6858000"/>
                <a:gd name="connsiteX4" fmla="*/ 4289415 w 9841377"/>
                <a:gd name="connsiteY4" fmla="*/ 0 h 6858000"/>
                <a:gd name="connsiteX5" fmla="*/ 1623023 w 9841377"/>
                <a:gd name="connsiteY5" fmla="*/ 0 h 6858000"/>
                <a:gd name="connsiteX6" fmla="*/ 1600899 w 9841377"/>
                <a:gd name="connsiteY6" fmla="*/ 14997 h 6858000"/>
                <a:gd name="connsiteX7" fmla="*/ 0 w 9841377"/>
                <a:gd name="connsiteY7" fmla="*/ 3621656 h 6858000"/>
                <a:gd name="connsiteX8" fmla="*/ 1874350 w 9841377"/>
                <a:gd name="connsiteY8" fmla="*/ 6374814 h 6858000"/>
                <a:gd name="connsiteX9" fmla="*/ 2390998 w 9841377"/>
                <a:gd name="connsiteY9" fmla="*/ 6780599 h 6858000"/>
                <a:gd name="connsiteX10" fmla="*/ 2502754 w 9841377"/>
                <a:gd name="connsiteY10" fmla="*/ 6858000 h 6858000"/>
                <a:gd name="connsiteX11" fmla="*/ 4289415 w 9841377"/>
                <a:gd name="connsiteY11" fmla="*/ 6858000 h 6858000"/>
                <a:gd name="connsiteX12" fmla="*/ 4359035 w 9841377"/>
                <a:gd name="connsiteY12" fmla="*/ 6858000 h 6858000"/>
                <a:gd name="connsiteX13" fmla="*/ 5482342 w 9841377"/>
                <a:gd name="connsiteY13" fmla="*/ 6858000 h 6858000"/>
                <a:gd name="connsiteX14" fmla="*/ 5551962 w 9841377"/>
                <a:gd name="connsiteY14" fmla="*/ 6858000 h 6858000"/>
                <a:gd name="connsiteX15" fmla="*/ 7338623 w 9841377"/>
                <a:gd name="connsiteY15" fmla="*/ 6858000 h 6858000"/>
                <a:gd name="connsiteX16" fmla="*/ 7450379 w 9841377"/>
                <a:gd name="connsiteY16" fmla="*/ 6780599 h 6858000"/>
                <a:gd name="connsiteX17" fmla="*/ 7967027 w 9841377"/>
                <a:gd name="connsiteY17" fmla="*/ 6374814 h 6858000"/>
                <a:gd name="connsiteX18" fmla="*/ 9841377 w 9841377"/>
                <a:gd name="connsiteY18" fmla="*/ 3621656 h 6858000"/>
                <a:gd name="connsiteX19" fmla="*/ 8240478 w 9841377"/>
                <a:gd name="connsiteY19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841377" h="6858000">
                  <a:moveTo>
                    <a:pt x="8218354" y="0"/>
                  </a:moveTo>
                  <a:lnTo>
                    <a:pt x="5551962" y="0"/>
                  </a:lnTo>
                  <a:lnTo>
                    <a:pt x="5482342" y="0"/>
                  </a:lnTo>
                  <a:lnTo>
                    <a:pt x="4359035" y="0"/>
                  </a:lnTo>
                  <a:lnTo>
                    <a:pt x="4289415" y="0"/>
                  </a:lnTo>
                  <a:lnTo>
                    <a:pt x="1623023" y="0"/>
                  </a:lnTo>
                  <a:lnTo>
                    <a:pt x="1600899" y="14997"/>
                  </a:lnTo>
                  <a:cubicBezTo>
                    <a:pt x="573736" y="754641"/>
                    <a:pt x="0" y="2093192"/>
                    <a:pt x="0" y="3621656"/>
                  </a:cubicBezTo>
                  <a:cubicBezTo>
                    <a:pt x="0" y="4969131"/>
                    <a:pt x="928725" y="5602839"/>
                    <a:pt x="1874350" y="6374814"/>
                  </a:cubicBezTo>
                  <a:cubicBezTo>
                    <a:pt x="2046553" y="6515397"/>
                    <a:pt x="2217180" y="6653108"/>
                    <a:pt x="2390998" y="6780599"/>
                  </a:cubicBezTo>
                  <a:lnTo>
                    <a:pt x="2502754" y="6858000"/>
                  </a:lnTo>
                  <a:lnTo>
                    <a:pt x="4289415" y="6858000"/>
                  </a:lnTo>
                  <a:lnTo>
                    <a:pt x="4359035" y="6858000"/>
                  </a:lnTo>
                  <a:lnTo>
                    <a:pt x="5482342" y="6858000"/>
                  </a:lnTo>
                  <a:lnTo>
                    <a:pt x="5551962" y="6858000"/>
                  </a:lnTo>
                  <a:lnTo>
                    <a:pt x="7338623" y="6858000"/>
                  </a:lnTo>
                  <a:lnTo>
                    <a:pt x="7450379" y="6780599"/>
                  </a:lnTo>
                  <a:cubicBezTo>
                    <a:pt x="7624197" y="6653108"/>
                    <a:pt x="7794824" y="6515397"/>
                    <a:pt x="7967027" y="6374814"/>
                  </a:cubicBezTo>
                  <a:cubicBezTo>
                    <a:pt x="8912652" y="5602839"/>
                    <a:pt x="9841377" y="4969131"/>
                    <a:pt x="9841377" y="3621656"/>
                  </a:cubicBezTo>
                  <a:cubicBezTo>
                    <a:pt x="9841377" y="2093192"/>
                    <a:pt x="9267641" y="754641"/>
                    <a:pt x="8240478" y="14997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0981015-32A2-4B76-9F2E-0A8D6EC8EC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547626" y="0"/>
              <a:ext cx="2529723" cy="6858000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38532F4-8B67-47B7-B58A-5DD3E1BE5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760922" y="0"/>
              <a:ext cx="2536434" cy="6858000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C87DA9F-8DB2-4D48-8716-A928FBB8A5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1267246" y="0"/>
              <a:ext cx="2261351" cy="6858000"/>
            </a:xfrm>
            <a:custGeom>
              <a:avLst/>
              <a:gdLst>
                <a:gd name="connsiteX0" fmla="*/ 879731 w 2521425"/>
                <a:gd name="connsiteY0" fmla="*/ 0 h 6858000"/>
                <a:gd name="connsiteX1" fmla="*/ 898402 w 2521425"/>
                <a:gd name="connsiteY1" fmla="*/ 0 h 6858000"/>
                <a:gd name="connsiteX2" fmla="*/ 920526 w 2521425"/>
                <a:gd name="connsiteY2" fmla="*/ 14997 h 6858000"/>
                <a:gd name="connsiteX3" fmla="*/ 2521425 w 2521425"/>
                <a:gd name="connsiteY3" fmla="*/ 3621656 h 6858000"/>
                <a:gd name="connsiteX4" fmla="*/ 647075 w 2521425"/>
                <a:gd name="connsiteY4" fmla="*/ 6374814 h 6858000"/>
                <a:gd name="connsiteX5" fmla="*/ 130427 w 2521425"/>
                <a:gd name="connsiteY5" fmla="*/ 6780599 h 6858000"/>
                <a:gd name="connsiteX6" fmla="*/ 18671 w 2521425"/>
                <a:gd name="connsiteY6" fmla="*/ 6858000 h 6858000"/>
                <a:gd name="connsiteX7" fmla="*/ 0 w 2521425"/>
                <a:gd name="connsiteY7" fmla="*/ 6858000 h 6858000"/>
                <a:gd name="connsiteX8" fmla="*/ 111756 w 2521425"/>
                <a:gd name="connsiteY8" fmla="*/ 6780599 h 6858000"/>
                <a:gd name="connsiteX9" fmla="*/ 628404 w 2521425"/>
                <a:gd name="connsiteY9" fmla="*/ 6374814 h 6858000"/>
                <a:gd name="connsiteX10" fmla="*/ 2502754 w 2521425"/>
                <a:gd name="connsiteY10" fmla="*/ 3621656 h 6858000"/>
                <a:gd name="connsiteX11" fmla="*/ 901855 w 2521425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1425" h="6858000">
                  <a:moveTo>
                    <a:pt x="879731" y="0"/>
                  </a:moveTo>
                  <a:lnTo>
                    <a:pt x="898402" y="0"/>
                  </a:lnTo>
                  <a:lnTo>
                    <a:pt x="920526" y="14997"/>
                  </a:lnTo>
                  <a:cubicBezTo>
                    <a:pt x="1947689" y="754641"/>
                    <a:pt x="2521425" y="2093192"/>
                    <a:pt x="2521425" y="3621656"/>
                  </a:cubicBezTo>
                  <a:cubicBezTo>
                    <a:pt x="2521425" y="4969131"/>
                    <a:pt x="1592700" y="5602839"/>
                    <a:pt x="647075" y="6374814"/>
                  </a:cubicBezTo>
                  <a:cubicBezTo>
                    <a:pt x="474872" y="6515397"/>
                    <a:pt x="304245" y="6653108"/>
                    <a:pt x="130427" y="6780599"/>
                  </a:cubicBezTo>
                  <a:lnTo>
                    <a:pt x="18671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95EA065-AC5D-431D-927E-87FF058848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96194" y="0"/>
              <a:ext cx="2529723" cy="6858000"/>
            </a:xfrm>
            <a:custGeom>
              <a:avLst/>
              <a:gdLst>
                <a:gd name="connsiteX0" fmla="*/ 1258269 w 2529723"/>
                <a:gd name="connsiteY0" fmla="*/ 0 h 6858000"/>
                <a:gd name="connsiteX1" fmla="*/ 1275627 w 2529723"/>
                <a:gd name="connsiteY1" fmla="*/ 0 h 6858000"/>
                <a:gd name="connsiteX2" fmla="*/ 1302560 w 2529723"/>
                <a:gd name="connsiteY2" fmla="*/ 24338 h 6858000"/>
                <a:gd name="connsiteX3" fmla="*/ 2522825 w 2529723"/>
                <a:gd name="connsiteY3" fmla="*/ 3678515 h 6858000"/>
                <a:gd name="connsiteX4" fmla="*/ 557500 w 2529723"/>
                <a:gd name="connsiteY4" fmla="*/ 6451411 h 6858000"/>
                <a:gd name="connsiteX5" fmla="*/ 32482 w 2529723"/>
                <a:gd name="connsiteY5" fmla="*/ 6849373 h 6858000"/>
                <a:gd name="connsiteX6" fmla="*/ 19531 w 2529723"/>
                <a:gd name="connsiteY6" fmla="*/ 6858000 h 6858000"/>
                <a:gd name="connsiteX7" fmla="*/ 0 w 2529723"/>
                <a:gd name="connsiteY7" fmla="*/ 6858000 h 6858000"/>
                <a:gd name="connsiteX8" fmla="*/ 14202 w 2529723"/>
                <a:gd name="connsiteY8" fmla="*/ 6848540 h 6858000"/>
                <a:gd name="connsiteX9" fmla="*/ 539221 w 2529723"/>
                <a:gd name="connsiteY9" fmla="*/ 6450578 h 6858000"/>
                <a:gd name="connsiteX10" fmla="*/ 2504546 w 2529723"/>
                <a:gd name="connsiteY10" fmla="*/ 3677682 h 6858000"/>
                <a:gd name="connsiteX11" fmla="*/ 1284280 w 2529723"/>
                <a:gd name="connsiteY11" fmla="*/ 235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723" h="6858000">
                  <a:moveTo>
                    <a:pt x="1258269" y="0"/>
                  </a:moveTo>
                  <a:lnTo>
                    <a:pt x="1275627" y="0"/>
                  </a:lnTo>
                  <a:lnTo>
                    <a:pt x="1302560" y="24338"/>
                  </a:lnTo>
                  <a:cubicBezTo>
                    <a:pt x="2156831" y="855667"/>
                    <a:pt x="2590622" y="2191755"/>
                    <a:pt x="2522825" y="3678515"/>
                  </a:cubicBezTo>
                  <a:cubicBezTo>
                    <a:pt x="2459072" y="5076606"/>
                    <a:pt x="1519830" y="5692656"/>
                    <a:pt x="557500" y="6451411"/>
                  </a:cubicBezTo>
                  <a:cubicBezTo>
                    <a:pt x="382255" y="6589587"/>
                    <a:pt x="208689" y="6724853"/>
                    <a:pt x="32482" y="6849373"/>
                  </a:cubicBezTo>
                  <a:lnTo>
                    <a:pt x="19531" y="6858000"/>
                  </a:lnTo>
                  <a:lnTo>
                    <a:pt x="0" y="6858000"/>
                  </a:lnTo>
                  <a:lnTo>
                    <a:pt x="14202" y="6848540"/>
                  </a:lnTo>
                  <a:cubicBezTo>
                    <a:pt x="190409" y="6724020"/>
                    <a:pt x="363976" y="6588754"/>
                    <a:pt x="539221" y="6450578"/>
                  </a:cubicBezTo>
                  <a:cubicBezTo>
                    <a:pt x="1501550" y="5691822"/>
                    <a:pt x="2440792" y="5075773"/>
                    <a:pt x="2504546" y="3677682"/>
                  </a:cubicBezTo>
                  <a:cubicBezTo>
                    <a:pt x="2572343" y="2190921"/>
                    <a:pt x="2138551" y="854834"/>
                    <a:pt x="1284280" y="2350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E37E2DD-C7FE-4D6C-8F1D-5031E96A7F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476187" y="0"/>
              <a:ext cx="2536434" cy="6858000"/>
            </a:xfrm>
            <a:custGeom>
              <a:avLst/>
              <a:gdLst>
                <a:gd name="connsiteX0" fmla="*/ 879731 w 2536434"/>
                <a:gd name="connsiteY0" fmla="*/ 0 h 6858000"/>
                <a:gd name="connsiteX1" fmla="*/ 913411 w 2536434"/>
                <a:gd name="connsiteY1" fmla="*/ 0 h 6858000"/>
                <a:gd name="connsiteX2" fmla="*/ 935535 w 2536434"/>
                <a:gd name="connsiteY2" fmla="*/ 14997 h 6858000"/>
                <a:gd name="connsiteX3" fmla="*/ 2536434 w 2536434"/>
                <a:gd name="connsiteY3" fmla="*/ 3621656 h 6858000"/>
                <a:gd name="connsiteX4" fmla="*/ 662084 w 2536434"/>
                <a:gd name="connsiteY4" fmla="*/ 6374814 h 6858000"/>
                <a:gd name="connsiteX5" fmla="*/ 145436 w 2536434"/>
                <a:gd name="connsiteY5" fmla="*/ 6780599 h 6858000"/>
                <a:gd name="connsiteX6" fmla="*/ 33680 w 2536434"/>
                <a:gd name="connsiteY6" fmla="*/ 6858000 h 6858000"/>
                <a:gd name="connsiteX7" fmla="*/ 0 w 2536434"/>
                <a:gd name="connsiteY7" fmla="*/ 6858000 h 6858000"/>
                <a:gd name="connsiteX8" fmla="*/ 111756 w 2536434"/>
                <a:gd name="connsiteY8" fmla="*/ 6780599 h 6858000"/>
                <a:gd name="connsiteX9" fmla="*/ 628404 w 2536434"/>
                <a:gd name="connsiteY9" fmla="*/ 6374814 h 6858000"/>
                <a:gd name="connsiteX10" fmla="*/ 2502754 w 2536434"/>
                <a:gd name="connsiteY10" fmla="*/ 3621656 h 6858000"/>
                <a:gd name="connsiteX11" fmla="*/ 901855 w 2536434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6434" h="6858000">
                  <a:moveTo>
                    <a:pt x="879731" y="0"/>
                  </a:moveTo>
                  <a:lnTo>
                    <a:pt x="913411" y="0"/>
                  </a:lnTo>
                  <a:lnTo>
                    <a:pt x="935535" y="14997"/>
                  </a:lnTo>
                  <a:cubicBezTo>
                    <a:pt x="1962698" y="754641"/>
                    <a:pt x="2536434" y="2093192"/>
                    <a:pt x="2536434" y="3621656"/>
                  </a:cubicBezTo>
                  <a:cubicBezTo>
                    <a:pt x="2536434" y="4969131"/>
                    <a:pt x="1607709" y="5602839"/>
                    <a:pt x="662084" y="6374814"/>
                  </a:cubicBezTo>
                  <a:cubicBezTo>
                    <a:pt x="489881" y="6515397"/>
                    <a:pt x="319254" y="6653108"/>
                    <a:pt x="145436" y="6780599"/>
                  </a:cubicBezTo>
                  <a:lnTo>
                    <a:pt x="33680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78B68BA-AB87-4EB5-97C2-F1F304E19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244946" y="0"/>
              <a:ext cx="2261351" cy="6858000"/>
            </a:xfrm>
            <a:custGeom>
              <a:avLst/>
              <a:gdLst>
                <a:gd name="connsiteX0" fmla="*/ 879731 w 2521425"/>
                <a:gd name="connsiteY0" fmla="*/ 0 h 6858000"/>
                <a:gd name="connsiteX1" fmla="*/ 898402 w 2521425"/>
                <a:gd name="connsiteY1" fmla="*/ 0 h 6858000"/>
                <a:gd name="connsiteX2" fmla="*/ 920526 w 2521425"/>
                <a:gd name="connsiteY2" fmla="*/ 14997 h 6858000"/>
                <a:gd name="connsiteX3" fmla="*/ 2521425 w 2521425"/>
                <a:gd name="connsiteY3" fmla="*/ 3621656 h 6858000"/>
                <a:gd name="connsiteX4" fmla="*/ 647075 w 2521425"/>
                <a:gd name="connsiteY4" fmla="*/ 6374814 h 6858000"/>
                <a:gd name="connsiteX5" fmla="*/ 130427 w 2521425"/>
                <a:gd name="connsiteY5" fmla="*/ 6780599 h 6858000"/>
                <a:gd name="connsiteX6" fmla="*/ 18671 w 2521425"/>
                <a:gd name="connsiteY6" fmla="*/ 6858000 h 6858000"/>
                <a:gd name="connsiteX7" fmla="*/ 0 w 2521425"/>
                <a:gd name="connsiteY7" fmla="*/ 6858000 h 6858000"/>
                <a:gd name="connsiteX8" fmla="*/ 111756 w 2521425"/>
                <a:gd name="connsiteY8" fmla="*/ 6780599 h 6858000"/>
                <a:gd name="connsiteX9" fmla="*/ 628404 w 2521425"/>
                <a:gd name="connsiteY9" fmla="*/ 6374814 h 6858000"/>
                <a:gd name="connsiteX10" fmla="*/ 2502754 w 2521425"/>
                <a:gd name="connsiteY10" fmla="*/ 3621656 h 6858000"/>
                <a:gd name="connsiteX11" fmla="*/ 901855 w 2521425"/>
                <a:gd name="connsiteY11" fmla="*/ 1499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1425" h="6858000">
                  <a:moveTo>
                    <a:pt x="879731" y="0"/>
                  </a:moveTo>
                  <a:lnTo>
                    <a:pt x="898402" y="0"/>
                  </a:lnTo>
                  <a:lnTo>
                    <a:pt x="920526" y="14997"/>
                  </a:lnTo>
                  <a:cubicBezTo>
                    <a:pt x="1947689" y="754641"/>
                    <a:pt x="2521425" y="2093192"/>
                    <a:pt x="2521425" y="3621656"/>
                  </a:cubicBezTo>
                  <a:cubicBezTo>
                    <a:pt x="2521425" y="4969131"/>
                    <a:pt x="1592700" y="5602839"/>
                    <a:pt x="647075" y="6374814"/>
                  </a:cubicBezTo>
                  <a:cubicBezTo>
                    <a:pt x="474872" y="6515397"/>
                    <a:pt x="304245" y="6653108"/>
                    <a:pt x="130427" y="6780599"/>
                  </a:cubicBezTo>
                  <a:lnTo>
                    <a:pt x="18671" y="6858000"/>
                  </a:lnTo>
                  <a:lnTo>
                    <a:pt x="0" y="6858000"/>
                  </a:lnTo>
                  <a:lnTo>
                    <a:pt x="111756" y="6780599"/>
                  </a:lnTo>
                  <a:cubicBezTo>
                    <a:pt x="285574" y="6653108"/>
                    <a:pt x="456201" y="6515397"/>
                    <a:pt x="628404" y="6374814"/>
                  </a:cubicBezTo>
                  <a:cubicBezTo>
                    <a:pt x="1574029" y="5602839"/>
                    <a:pt x="2502754" y="4969131"/>
                    <a:pt x="2502754" y="3621656"/>
                  </a:cubicBezTo>
                  <a:cubicBezTo>
                    <a:pt x="2502754" y="2093192"/>
                    <a:pt x="1929018" y="754641"/>
                    <a:pt x="901855" y="14997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ytuł 1">
            <a:extLst>
              <a:ext uri="{FF2B5EF4-FFF2-40B4-BE49-F238E27FC236}">
                <a16:creationId xmlns:a16="http://schemas.microsoft.com/office/drawing/2014/main" id="{91E7DC20-8434-1731-8A73-2731B8E6BE9E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2190750" y="1346268"/>
            <a:ext cx="7810500" cy="3125338"/>
          </a:xfrm>
        </p:spPr>
        <p:txBody>
          <a:bodyPr vert="horz" lIns="109728" tIns="109728" rIns="109728" bIns="91440" rtlCol="0" anchor="b">
            <a:normAutofit/>
          </a:bodyPr>
          <a:lstStyle/>
          <a:p>
            <a:pPr algn="ctr">
              <a:lnSpc>
                <a:spcPct val="120000"/>
              </a:lnSpc>
            </a:pPr>
            <a:endParaRPr lang="en-US" sz="72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549712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LinesVTI">
  <a:themeElements>
    <a:clrScheme name="SketchLines">
      <a:dk1>
        <a:sysClr val="windowText" lastClr="000000"/>
      </a:dk1>
      <a:lt1>
        <a:sysClr val="window" lastClr="FFFFFF"/>
      </a:lt1>
      <a:dk2>
        <a:srgbClr val="564E4E"/>
      </a:dk2>
      <a:lt2>
        <a:srgbClr val="EEEBE2"/>
      </a:lt2>
      <a:accent1>
        <a:srgbClr val="E54837"/>
      </a:accent1>
      <a:accent2>
        <a:srgbClr val="947F53"/>
      </a:accent2>
      <a:accent3>
        <a:srgbClr val="BE8D64"/>
      </a:accent3>
      <a:accent4>
        <a:srgbClr val="E0C171"/>
      </a:accent4>
      <a:accent5>
        <a:srgbClr val="968572"/>
      </a:accent5>
      <a:accent6>
        <a:srgbClr val="855D5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LinesVTI" id="{8C0B0F05-C8D0-4078-9615-83E590287484}" vid="{43A7BC57-C1E3-4EE6-BDBC-5422DD574AF2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711</TotalTime>
  <Words>2601</Words>
  <Application>Microsoft Macintosh PowerPoint</Application>
  <PresentationFormat>Panoramiczny</PresentationFormat>
  <Paragraphs>563</Paragraphs>
  <Slides>68</Slides>
  <Notes>13</Notes>
  <HiddenSlides>0</HiddenSlides>
  <MMClips>0</MMClips>
  <ScaleCrop>false</ScaleCrop>
  <HeadingPairs>
    <vt:vector size="6" baseType="variant">
      <vt:variant>
        <vt:lpstr>Używane czcionki</vt:lpstr>
      </vt:variant>
      <vt:variant>
        <vt:i4>8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68</vt:i4>
      </vt:variant>
    </vt:vector>
  </HeadingPairs>
  <TitlesOfParts>
    <vt:vector size="77" baseType="lpstr">
      <vt:lpstr>Meiryo</vt:lpstr>
      <vt:lpstr>Aptos</vt:lpstr>
      <vt:lpstr>Arial</vt:lpstr>
      <vt:lpstr>Calibri</vt:lpstr>
      <vt:lpstr>Consolas</vt:lpstr>
      <vt:lpstr>Corbel</vt:lpstr>
      <vt:lpstr>Menlo</vt:lpstr>
      <vt:lpstr>Wingdings</vt:lpstr>
      <vt:lpstr>SketchLinesVTI</vt:lpstr>
      <vt:lpstr>DevOps</vt:lpstr>
      <vt:lpstr>Cel </vt:lpstr>
      <vt:lpstr>Wymagania wstępne</vt:lpstr>
      <vt:lpstr>Moduł 1</vt:lpstr>
      <vt:lpstr>Moduł 2</vt:lpstr>
      <vt:lpstr>Moduł 3</vt:lpstr>
      <vt:lpstr>Moduł 4</vt:lpstr>
      <vt:lpstr>Moduł 5</vt:lpstr>
      <vt:lpstr>Moduł 1</vt:lpstr>
      <vt:lpstr>Docker - Czym jest konteneryzacja? 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Architektura image - dockerfile</vt:lpstr>
      <vt:lpstr>Budowanie i uruchamianie</vt:lpstr>
      <vt:lpstr>KISS (Keep this Simple Stupid)</vt:lpstr>
      <vt:lpstr>Proces</vt:lpstr>
      <vt:lpstr>Praktyka – utwórz konto</vt:lpstr>
      <vt:lpstr>Lab 1</vt:lpstr>
      <vt:lpstr>Praktyka - Tworzysz obraz aplikacji </vt:lpstr>
      <vt:lpstr>Praktyka docker login</vt:lpstr>
      <vt:lpstr>Praktyka wysłanie </vt:lpstr>
      <vt:lpstr>Praktyka pobranie </vt:lpstr>
      <vt:lpstr>Praktyka uruchomienie</vt:lpstr>
      <vt:lpstr>Praktyka uruchomienie</vt:lpstr>
      <vt:lpstr>Inne komendy</vt:lpstr>
      <vt:lpstr>Inne komendy</vt:lpstr>
      <vt:lpstr>Inne komendy docker</vt:lpstr>
      <vt:lpstr>Docker logs</vt:lpstr>
      <vt:lpstr>Lab 2</vt:lpstr>
      <vt:lpstr>Moduł 2</vt:lpstr>
      <vt:lpstr>Architektura image - dockerfile</vt:lpstr>
      <vt:lpstr>Best practice – minimalizuj ilość warstw</vt:lpstr>
      <vt:lpstr>Best practice – minimalizuj ilość warstw</vt:lpstr>
      <vt:lpstr>Best practice .dockerignore </vt:lpstr>
      <vt:lpstr>Best practice Multi-stage builds</vt:lpstr>
      <vt:lpstr>Best practice</vt:lpstr>
      <vt:lpstr>Lab 3</vt:lpstr>
      <vt:lpstr>Best practice</vt:lpstr>
      <vt:lpstr>Best practice</vt:lpstr>
      <vt:lpstr>Moduł 3</vt:lpstr>
      <vt:lpstr>Docker compose</vt:lpstr>
      <vt:lpstr>Docker compose – najważniejsze pojęcia </vt:lpstr>
      <vt:lpstr>Razem </vt:lpstr>
      <vt:lpstr>Architektura Docker compose</vt:lpstr>
      <vt:lpstr>Przykładowy plik docker-compose.yaml</vt:lpstr>
      <vt:lpstr>Prezentacja programu PowerPoint</vt:lpstr>
      <vt:lpstr>Komendy</vt:lpstr>
      <vt:lpstr>Lab 4 </vt:lpstr>
      <vt:lpstr>Moduł 4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Jakub Gajda</dc:creator>
  <cp:lastModifiedBy>Jakub Gajda</cp:lastModifiedBy>
  <cp:revision>6</cp:revision>
  <dcterms:created xsi:type="dcterms:W3CDTF">2026-03-11T10:15:26Z</dcterms:created>
  <dcterms:modified xsi:type="dcterms:W3CDTF">2026-04-18T15:35:42Z</dcterms:modified>
</cp:coreProperties>
</file>